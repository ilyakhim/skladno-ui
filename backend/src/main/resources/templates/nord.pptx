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8137967" y="6583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FFFFFF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1097280"/>
            <a:ext cx="6675120" cy="3383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7200" b="0" i="0" spc="-108">
                <a:solidFill>
                  <a:srgbClr val="0C0C0E"/>
                </a:solidFill>
                <a:latin typeface="Bahnschrift SemiBold"/>
                <a:cs typeface="Bahnschrift SemiBold"/>
              </a:rPr>
              <a:t>{{TITLE}}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773168"/>
            <a:ext cx="822960" cy="45720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731520" y="5029200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3F4045"/>
                </a:solidFill>
                <a:latin typeface="Segoe UI"/>
                <a:cs typeface="Segoe UI"/>
              </a:rPr>
              <a:t>{{SUBTITLE}}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731520" y="610819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B71"/>
                </a:solidFill>
                <a:latin typeface="Segoe UI"/>
                <a:cs typeface="Segoe UI"/>
              </a:rP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600" b="0" i="0" spc="-69">
                <a:solidFill>
                  <a:srgbClr val="0C0C0E"/>
                </a:solidFill>
                <a:latin typeface="Bahnschrift SemiBold"/>
                <a:cs typeface="Bahnschrift SemiBold"/>
              </a:rPr>
              <a:t>{{AGENDA_TITLE}}</a:t>
            </a:r>
          </a:p>
        </p:txBody>
      </p:sp>
      <p:sp>
        <p:nvSpPr>
          <p:cNvPr id="3" name="Rule"/>
          <p:cNvSpPr/>
          <p:nvPr/>
        </p:nvSpPr>
        <p:spPr>
          <a:xfrm>
            <a:off x="5394960" y="822960"/>
            <a:ext cx="36576" cy="493776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genda"/>
          <p:cNvSpPr txBox="1"/>
          <p:nvPr/>
        </p:nvSpPr>
        <p:spPr>
          <a:xfrm>
            <a:off x="5989320" y="786384"/>
            <a:ext cx="54864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2433F0"/>
              </a:buClr>
              <a:buFont typeface="Bahnschrift SemiBold"/>
              <a:buAutoNum type="arabicPeriod"/>
            </a:pPr>
            <a:r>
              <a:rPr sz="2400" b="0" i="0">
                <a:solidFill>
                  <a:srgbClr val="0C0C0E"/>
                </a:solidFill>
                <a:latin typeface="Segoe UI"/>
                <a:cs typeface="Segoe UI"/>
              </a:rPr>
              <a:t>{{AGENDA_1}}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2433F0"/>
              </a:buClr>
              <a:buFont typeface="Bahnschrift SemiBold"/>
              <a:buAutoNum type="arabicPeriod"/>
            </a:pPr>
            <a:r>
              <a:rPr sz="2400" b="0" i="0">
                <a:solidFill>
                  <a:srgbClr val="0C0C0E"/>
                </a:solidFill>
                <a:latin typeface="Segoe UI"/>
                <a:cs typeface="Segoe UI"/>
              </a:rPr>
              <a:t>{{AGENDA_2}}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2433F0"/>
              </a:buClr>
              <a:buFont typeface="Bahnschrift SemiBold"/>
              <a:buAutoNum type="arabicPeriod"/>
            </a:pPr>
            <a:r>
              <a:rPr sz="2400" b="0" i="0">
                <a:solidFill>
                  <a:srgbClr val="0C0C0E"/>
                </a:solidFill>
                <a:latin typeface="Segoe UI"/>
                <a:cs typeface="Segoe UI"/>
              </a:rPr>
              <a:t>{{AGENDA_3}}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2433F0"/>
              </a:buClr>
              <a:buFont typeface="Bahnschrift SemiBold"/>
              <a:buAutoNum type="arabicPeriod"/>
            </a:pPr>
            <a:r>
              <a:rPr sz="2400" b="0" i="0">
                <a:solidFill>
                  <a:srgbClr val="0C0C0E"/>
                </a:solidFill>
                <a:latin typeface="Segoe UI"/>
                <a:cs typeface="Segoe UI"/>
              </a:rPr>
              <a:t>{{AGENDA_4}}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2433F0"/>
              </a:buClr>
              <a:buFont typeface="Bahnschrift SemiBold"/>
              <a:buAutoNum type="arabicPeriod"/>
            </a:pPr>
            <a:r>
              <a:rPr sz="2400" b="0" i="0">
                <a:solidFill>
                  <a:srgbClr val="0C0C0E"/>
                </a:solidFill>
                <a:latin typeface="Segoe UI"/>
                <a:cs typeface="Segoe UI"/>
              </a:rPr>
              <a:t>{{AGENDA_5}}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6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731520" y="822960"/>
            <a:ext cx="9875520" cy="342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i="0" spc="-72">
                <a:solidFill>
                  <a:srgbClr val="0C0C0E"/>
                </a:solidFill>
                <a:latin typeface="Bahnschrift SemiBold"/>
                <a:cs typeface="Bahnschrift SemiBold"/>
              </a:rPr>
              <a:t>{{STATEMENT}}</a:t>
            </a:r>
          </a:p>
        </p:txBody>
      </p:sp>
      <p:sp>
        <p:nvSpPr>
          <p:cNvPr id="3" name="Rule"/>
          <p:cNvSpPr/>
          <p:nvPr/>
        </p:nvSpPr>
        <p:spPr>
          <a:xfrm>
            <a:off x="731520" y="4572000"/>
            <a:ext cx="822960" cy="45720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Note"/>
          <p:cNvSpPr txBox="1"/>
          <p:nvPr/>
        </p:nvSpPr>
        <p:spPr>
          <a:xfrm>
            <a:off x="731520" y="48006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{{STATEMENT_NOTE}}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6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{{POINTS_TITLE}}</a:t>
            </a:r>
          </a:p>
        </p:txBody>
      </p:sp>
      <p:sp>
        <p:nvSpPr>
          <p:cNvPr id="3" name="Rule"/>
          <p:cNvSpPr/>
          <p:nvPr/>
        </p:nvSpPr>
        <p:spPr>
          <a:xfrm>
            <a:off x="731520" y="2788920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oint 1 title"/>
          <p:cNvSpPr txBox="1"/>
          <p:nvPr/>
        </p:nvSpPr>
        <p:spPr>
          <a:xfrm>
            <a:off x="731520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36">
                <a:solidFill>
                  <a:srgbClr val="0C0C0E"/>
                </a:solidFill>
                <a:latin typeface="Bahnschrift SemiBold"/>
                <a:cs typeface="Bahnschrift SemiBold"/>
              </a:rPr>
              <a:t>{{POINT_1_TITLE}}</a:t>
            </a:r>
          </a:p>
        </p:txBody>
      </p:sp>
      <p:sp>
        <p:nvSpPr>
          <p:cNvPr id="5" name="Point 1 text"/>
          <p:cNvSpPr txBox="1"/>
          <p:nvPr/>
        </p:nvSpPr>
        <p:spPr>
          <a:xfrm>
            <a:off x="731520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{{POINT_1_TEXT}}</a:t>
            </a:r>
          </a:p>
        </p:txBody>
      </p:sp>
      <p:sp>
        <p:nvSpPr>
          <p:cNvPr id="6" name="Rule"/>
          <p:cNvSpPr/>
          <p:nvPr/>
        </p:nvSpPr>
        <p:spPr>
          <a:xfrm>
            <a:off x="4444898" y="2788920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oint 2 title"/>
          <p:cNvSpPr txBox="1"/>
          <p:nvPr/>
        </p:nvSpPr>
        <p:spPr>
          <a:xfrm>
            <a:off x="4444898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36">
                <a:solidFill>
                  <a:srgbClr val="0C0C0E"/>
                </a:solidFill>
                <a:latin typeface="Bahnschrift SemiBold"/>
                <a:cs typeface="Bahnschrift SemiBold"/>
              </a:rPr>
              <a:t>{{POINT_2_TITLE}}</a:t>
            </a:r>
          </a:p>
        </p:txBody>
      </p:sp>
      <p:sp>
        <p:nvSpPr>
          <p:cNvPr id="8" name="Point 2 text"/>
          <p:cNvSpPr txBox="1"/>
          <p:nvPr/>
        </p:nvSpPr>
        <p:spPr>
          <a:xfrm>
            <a:off x="4444898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{{POINT_2_TEXT}}</a:t>
            </a:r>
          </a:p>
        </p:txBody>
      </p:sp>
      <p:sp>
        <p:nvSpPr>
          <p:cNvPr id="9" name="Rule"/>
          <p:cNvSpPr/>
          <p:nvPr/>
        </p:nvSpPr>
        <p:spPr>
          <a:xfrm>
            <a:off x="8158276" y="2788920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oint 3 title"/>
          <p:cNvSpPr txBox="1"/>
          <p:nvPr/>
        </p:nvSpPr>
        <p:spPr>
          <a:xfrm>
            <a:off x="8158276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36">
                <a:solidFill>
                  <a:srgbClr val="0C0C0E"/>
                </a:solidFill>
                <a:latin typeface="Bahnschrift SemiBold"/>
                <a:cs typeface="Bahnschrift SemiBold"/>
              </a:rPr>
              <a:t>{{POINT_3_TITLE}}</a:t>
            </a:r>
          </a:p>
        </p:txBody>
      </p:sp>
      <p:sp>
        <p:nvSpPr>
          <p:cNvPr id="11" name="Point 3 text"/>
          <p:cNvSpPr txBox="1"/>
          <p:nvPr/>
        </p:nvSpPr>
        <p:spPr>
          <a:xfrm>
            <a:off x="8158276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{{POINT_3_TEXT}}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13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{{NUMBERS_TITLE}}</a:t>
            </a:r>
          </a:p>
        </p:txBody>
      </p:sp>
      <p:sp>
        <p:nvSpPr>
          <p:cNvPr id="3" name="Number 1 value"/>
          <p:cNvSpPr txBox="1"/>
          <p:nvPr/>
        </p:nvSpPr>
        <p:spPr>
          <a:xfrm>
            <a:off x="731520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8800" b="0" i="0" spc="-197">
                <a:solidFill>
                  <a:srgbClr val="2433F0"/>
                </a:solidFill>
                <a:latin typeface="Bahnschrift Light"/>
                <a:cs typeface="Bahnschrift Light"/>
              </a:rPr>
              <a:t>{{NUM_1_VALUE}}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041648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umber 1 text"/>
          <p:cNvSpPr txBox="1"/>
          <p:nvPr/>
        </p:nvSpPr>
        <p:spPr>
          <a:xfrm>
            <a:off x="731520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{{NUM_1_TEXT}}</a:t>
            </a:r>
          </a:p>
        </p:txBody>
      </p:sp>
      <p:sp>
        <p:nvSpPr>
          <p:cNvPr id="6" name="Number 2 value"/>
          <p:cNvSpPr txBox="1"/>
          <p:nvPr/>
        </p:nvSpPr>
        <p:spPr>
          <a:xfrm>
            <a:off x="4444898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8800" b="0" i="0" spc="-197">
                <a:solidFill>
                  <a:srgbClr val="2433F0"/>
                </a:solidFill>
                <a:latin typeface="Bahnschrift Light"/>
                <a:cs typeface="Bahnschrift Light"/>
              </a:rPr>
              <a:t>{{NUM_2_VALUE}}</a:t>
            </a:r>
          </a:p>
        </p:txBody>
      </p:sp>
      <p:sp>
        <p:nvSpPr>
          <p:cNvPr id="7" name="Rule"/>
          <p:cNvSpPr/>
          <p:nvPr/>
        </p:nvSpPr>
        <p:spPr>
          <a:xfrm>
            <a:off x="4444898" y="4041648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umber 2 text"/>
          <p:cNvSpPr txBox="1"/>
          <p:nvPr/>
        </p:nvSpPr>
        <p:spPr>
          <a:xfrm>
            <a:off x="4444898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{{NUM_2_TEXT}}</a:t>
            </a:r>
          </a:p>
        </p:txBody>
      </p:sp>
      <p:sp>
        <p:nvSpPr>
          <p:cNvPr id="9" name="Number 3 value"/>
          <p:cNvSpPr txBox="1"/>
          <p:nvPr/>
        </p:nvSpPr>
        <p:spPr>
          <a:xfrm>
            <a:off x="8158276" y="2286000"/>
            <a:ext cx="3301898" cy="1600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8800" b="0" i="0" spc="-197">
                <a:solidFill>
                  <a:srgbClr val="2433F0"/>
                </a:solidFill>
                <a:latin typeface="Bahnschrift Light"/>
                <a:cs typeface="Bahnschrift Light"/>
              </a:rPr>
              <a:t>{{NUM_3_VALUE}}</a:t>
            </a:r>
          </a:p>
        </p:txBody>
      </p:sp>
      <p:sp>
        <p:nvSpPr>
          <p:cNvPr id="10" name="Rule"/>
          <p:cNvSpPr/>
          <p:nvPr/>
        </p:nvSpPr>
        <p:spPr>
          <a:xfrm>
            <a:off x="8158276" y="4041648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umber 3 text"/>
          <p:cNvSpPr txBox="1"/>
          <p:nvPr/>
        </p:nvSpPr>
        <p:spPr>
          <a:xfrm>
            <a:off x="8158276" y="4279392"/>
            <a:ext cx="31190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{{NUM_3_TEXT}}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13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itle"/>
          <p:cNvSpPr txBox="1"/>
          <p:nvPr/>
        </p:nvSpPr>
        <p:spPr>
          <a:xfrm>
            <a:off x="731520" y="1005840"/>
            <a:ext cx="9144000" cy="3200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5800" b="0" i="0" spc="-87">
                <a:solidFill>
                  <a:srgbClr val="FFFFFF"/>
                </a:solidFill>
                <a:latin typeface="Bahnschrift SemiBold"/>
                <a:cs typeface="Bahnschrift SemiBold"/>
              </a:rPr>
              <a:t>{{SECTION_TITLE}}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526280"/>
            <a:ext cx="8229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ction text"/>
          <p:cNvSpPr txBox="1"/>
          <p:nvPr/>
        </p:nvSpPr>
        <p:spPr>
          <a:xfrm>
            <a:off x="731520" y="475488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E1E4FF"/>
                </a:solidFill>
                <a:latin typeface="Segoe UI"/>
                <a:cs typeface="Segoe UI"/>
              </a:rPr>
              <a:t>{{SECTION_TEXT}}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C3C9FF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C3C9FF"/>
                </a:solidFill>
                <a:latin typeface="Bahnschrift SemiBold"/>
                <a:cs typeface="Bahnschrift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{{TIMELINE_TITLE}}</a:t>
            </a:r>
          </a:p>
        </p:txBody>
      </p:sp>
      <p:sp>
        <p:nvSpPr>
          <p:cNvPr id="3" name="Rule"/>
          <p:cNvSpPr/>
          <p:nvPr/>
        </p:nvSpPr>
        <p:spPr>
          <a:xfrm>
            <a:off x="731520" y="3296412"/>
            <a:ext cx="10728655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ep 1 mark"/>
          <p:cNvSpPr txBox="1"/>
          <p:nvPr/>
        </p:nvSpPr>
        <p:spPr>
          <a:xfrm>
            <a:off x="731520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72">
                <a:solidFill>
                  <a:srgbClr val="2433F0"/>
                </a:solidFill>
                <a:latin typeface="Bahnschrift Light"/>
                <a:cs typeface="Bahnschrift Light"/>
              </a:rPr>
              <a:t>{{STEP_1_MARK}}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3259836"/>
            <a:ext cx="502920" cy="109728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ep 1 title"/>
          <p:cNvSpPr txBox="1"/>
          <p:nvPr/>
        </p:nvSpPr>
        <p:spPr>
          <a:xfrm>
            <a:off x="731520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31">
                <a:solidFill>
                  <a:srgbClr val="0C0C0E"/>
                </a:solidFill>
                <a:latin typeface="Bahnschrift SemiBold"/>
                <a:cs typeface="Bahnschrift SemiBold"/>
              </a:rPr>
              <a:t>{{STEP_1_TITLE}}</a:t>
            </a:r>
          </a:p>
        </p:txBody>
      </p:sp>
      <p:sp>
        <p:nvSpPr>
          <p:cNvPr id="7" name="Step 1 text"/>
          <p:cNvSpPr txBox="1"/>
          <p:nvPr/>
        </p:nvSpPr>
        <p:spPr>
          <a:xfrm>
            <a:off x="731520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3F4045"/>
                </a:solidFill>
                <a:latin typeface="Segoe UI"/>
                <a:cs typeface="Segoe UI"/>
              </a:rPr>
              <a:t>{{STEP_1_TEXT}}</a:t>
            </a:r>
          </a:p>
        </p:txBody>
      </p:sp>
      <p:sp>
        <p:nvSpPr>
          <p:cNvPr id="8" name="Step 2 mark"/>
          <p:cNvSpPr txBox="1"/>
          <p:nvPr/>
        </p:nvSpPr>
        <p:spPr>
          <a:xfrm>
            <a:off x="3505123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72">
                <a:solidFill>
                  <a:srgbClr val="2433F0"/>
                </a:solidFill>
                <a:latin typeface="Bahnschrift Light"/>
                <a:cs typeface="Bahnschrift Light"/>
              </a:rPr>
              <a:t>{{STEP_2_MARK}}</a:t>
            </a:r>
          </a:p>
        </p:txBody>
      </p:sp>
      <p:sp>
        <p:nvSpPr>
          <p:cNvPr id="9" name="Rule"/>
          <p:cNvSpPr/>
          <p:nvPr/>
        </p:nvSpPr>
        <p:spPr>
          <a:xfrm>
            <a:off x="3505123" y="3259836"/>
            <a:ext cx="502920" cy="109728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ep 2 title"/>
          <p:cNvSpPr txBox="1"/>
          <p:nvPr/>
        </p:nvSpPr>
        <p:spPr>
          <a:xfrm>
            <a:off x="3505123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31">
                <a:solidFill>
                  <a:srgbClr val="0C0C0E"/>
                </a:solidFill>
                <a:latin typeface="Bahnschrift SemiBold"/>
                <a:cs typeface="Bahnschrift SemiBold"/>
              </a:rPr>
              <a:t>{{STEP_2_TITLE}}</a:t>
            </a:r>
          </a:p>
        </p:txBody>
      </p:sp>
      <p:sp>
        <p:nvSpPr>
          <p:cNvPr id="11" name="Step 2 text"/>
          <p:cNvSpPr txBox="1"/>
          <p:nvPr/>
        </p:nvSpPr>
        <p:spPr>
          <a:xfrm>
            <a:off x="3505123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3F4045"/>
                </a:solidFill>
                <a:latin typeface="Segoe UI"/>
                <a:cs typeface="Segoe UI"/>
              </a:rPr>
              <a:t>{{STEP_2_TEXT}}</a:t>
            </a:r>
          </a:p>
        </p:txBody>
      </p:sp>
      <p:sp>
        <p:nvSpPr>
          <p:cNvPr id="12" name="Step 3 mark"/>
          <p:cNvSpPr txBox="1"/>
          <p:nvPr/>
        </p:nvSpPr>
        <p:spPr>
          <a:xfrm>
            <a:off x="6278727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72">
                <a:solidFill>
                  <a:srgbClr val="2433F0"/>
                </a:solidFill>
                <a:latin typeface="Bahnschrift Light"/>
                <a:cs typeface="Bahnschrift Light"/>
              </a:rPr>
              <a:t>{{STEP_3_MARK}}</a:t>
            </a:r>
          </a:p>
        </p:txBody>
      </p:sp>
      <p:sp>
        <p:nvSpPr>
          <p:cNvPr id="13" name="Rule"/>
          <p:cNvSpPr/>
          <p:nvPr/>
        </p:nvSpPr>
        <p:spPr>
          <a:xfrm>
            <a:off x="6278727" y="3259836"/>
            <a:ext cx="502920" cy="109728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ep 3 title"/>
          <p:cNvSpPr txBox="1"/>
          <p:nvPr/>
        </p:nvSpPr>
        <p:spPr>
          <a:xfrm>
            <a:off x="6278727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31">
                <a:solidFill>
                  <a:srgbClr val="0C0C0E"/>
                </a:solidFill>
                <a:latin typeface="Bahnschrift SemiBold"/>
                <a:cs typeface="Bahnschrift SemiBold"/>
              </a:rPr>
              <a:t>{{STEP_3_TITLE}}</a:t>
            </a:r>
          </a:p>
        </p:txBody>
      </p:sp>
      <p:sp>
        <p:nvSpPr>
          <p:cNvPr id="15" name="Step 3 text"/>
          <p:cNvSpPr txBox="1"/>
          <p:nvPr/>
        </p:nvSpPr>
        <p:spPr>
          <a:xfrm>
            <a:off x="6278727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3F4045"/>
                </a:solidFill>
                <a:latin typeface="Segoe UI"/>
                <a:cs typeface="Segoe UI"/>
              </a:rPr>
              <a:t>{{STEP_3_TEXT}}</a:t>
            </a:r>
          </a:p>
        </p:txBody>
      </p:sp>
      <p:sp>
        <p:nvSpPr>
          <p:cNvPr id="16" name="Step 4 mark"/>
          <p:cNvSpPr txBox="1"/>
          <p:nvPr/>
        </p:nvSpPr>
        <p:spPr>
          <a:xfrm>
            <a:off x="9052331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72">
                <a:solidFill>
                  <a:srgbClr val="2433F0"/>
                </a:solidFill>
                <a:latin typeface="Bahnschrift Light"/>
                <a:cs typeface="Bahnschrift Light"/>
              </a:rPr>
              <a:t>{{STEP_4_MARK}}</a:t>
            </a:r>
          </a:p>
        </p:txBody>
      </p:sp>
      <p:sp>
        <p:nvSpPr>
          <p:cNvPr id="17" name="Rule"/>
          <p:cNvSpPr/>
          <p:nvPr/>
        </p:nvSpPr>
        <p:spPr>
          <a:xfrm>
            <a:off x="9052331" y="3259836"/>
            <a:ext cx="502920" cy="109728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tep 4 title"/>
          <p:cNvSpPr txBox="1"/>
          <p:nvPr/>
        </p:nvSpPr>
        <p:spPr>
          <a:xfrm>
            <a:off x="9052331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31">
                <a:solidFill>
                  <a:srgbClr val="0C0C0E"/>
                </a:solidFill>
                <a:latin typeface="Bahnschrift SemiBold"/>
                <a:cs typeface="Bahnschrift SemiBold"/>
              </a:rPr>
              <a:t>{{STEP_4_TITLE}}</a:t>
            </a:r>
          </a:p>
        </p:txBody>
      </p:sp>
      <p:sp>
        <p:nvSpPr>
          <p:cNvPr id="19" name="Step 4 text"/>
          <p:cNvSpPr txBox="1"/>
          <p:nvPr/>
        </p:nvSpPr>
        <p:spPr>
          <a:xfrm>
            <a:off x="9052331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3F4045"/>
                </a:solidFill>
                <a:latin typeface="Segoe UI"/>
                <a:cs typeface="Segoe UI"/>
              </a:rPr>
              <a:t>{{STEP_4_TEXT}}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21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{{COMPARE_TITLE}}</a:t>
            </a:r>
          </a:p>
        </p:txBody>
      </p:sp>
      <p:sp>
        <p:nvSpPr>
          <p:cNvPr id="3" name="Left title"/>
          <p:cNvSpPr txBox="1"/>
          <p:nvPr/>
        </p:nvSpPr>
        <p:spPr>
          <a:xfrm>
            <a:off x="731520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39">
                <a:solidFill>
                  <a:srgbClr val="2433F0"/>
                </a:solidFill>
                <a:latin typeface="Bahnschrift SemiBold"/>
                <a:cs typeface="Bahnschrift SemiBold"/>
              </a:rPr>
              <a:t>{{LEFT_TITLE}}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3035808"/>
            <a:ext cx="4998567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eft 1"/>
          <p:cNvSpPr txBox="1"/>
          <p:nvPr/>
        </p:nvSpPr>
        <p:spPr>
          <a:xfrm>
            <a:off x="731520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{{LEFT_1}}</a:t>
            </a:r>
          </a:p>
        </p:txBody>
      </p:sp>
      <p:sp>
        <p:nvSpPr>
          <p:cNvPr id="6" name="Rule"/>
          <p:cNvSpPr/>
          <p:nvPr/>
        </p:nvSpPr>
        <p:spPr>
          <a:xfrm>
            <a:off x="731520" y="3968496"/>
            <a:ext cx="4998567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eft 2"/>
          <p:cNvSpPr txBox="1"/>
          <p:nvPr/>
        </p:nvSpPr>
        <p:spPr>
          <a:xfrm>
            <a:off x="731520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{{LEFT_2}}</a:t>
            </a:r>
          </a:p>
        </p:txBody>
      </p:sp>
      <p:sp>
        <p:nvSpPr>
          <p:cNvPr id="8" name="Rule"/>
          <p:cNvSpPr/>
          <p:nvPr/>
        </p:nvSpPr>
        <p:spPr>
          <a:xfrm>
            <a:off x="731520" y="4901183"/>
            <a:ext cx="4998567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ft 3"/>
          <p:cNvSpPr txBox="1"/>
          <p:nvPr/>
        </p:nvSpPr>
        <p:spPr>
          <a:xfrm>
            <a:off x="731520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{{LEFT_3}}</a:t>
            </a:r>
          </a:p>
        </p:txBody>
      </p:sp>
      <p:sp>
        <p:nvSpPr>
          <p:cNvPr id="10" name="Right title"/>
          <p:cNvSpPr txBox="1"/>
          <p:nvPr/>
        </p:nvSpPr>
        <p:spPr>
          <a:xfrm>
            <a:off x="6461607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39">
                <a:solidFill>
                  <a:srgbClr val="2433F0"/>
                </a:solidFill>
                <a:latin typeface="Bahnschrift SemiBold"/>
                <a:cs typeface="Bahnschrift SemiBold"/>
              </a:rPr>
              <a:t>{{RIGHT_TITLE}}</a:t>
            </a:r>
          </a:p>
        </p:txBody>
      </p:sp>
      <p:sp>
        <p:nvSpPr>
          <p:cNvPr id="11" name="Rule"/>
          <p:cNvSpPr/>
          <p:nvPr/>
        </p:nvSpPr>
        <p:spPr>
          <a:xfrm>
            <a:off x="6461607" y="3035808"/>
            <a:ext cx="4998567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ight 1"/>
          <p:cNvSpPr txBox="1"/>
          <p:nvPr/>
        </p:nvSpPr>
        <p:spPr>
          <a:xfrm>
            <a:off x="6461607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{{RIGHT_1}}</a:t>
            </a:r>
          </a:p>
        </p:txBody>
      </p:sp>
      <p:sp>
        <p:nvSpPr>
          <p:cNvPr id="13" name="Rule"/>
          <p:cNvSpPr/>
          <p:nvPr/>
        </p:nvSpPr>
        <p:spPr>
          <a:xfrm>
            <a:off x="6461607" y="3968496"/>
            <a:ext cx="4998567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ight 2"/>
          <p:cNvSpPr txBox="1"/>
          <p:nvPr/>
        </p:nvSpPr>
        <p:spPr>
          <a:xfrm>
            <a:off x="6461607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{{RIGHT_2}}</a:t>
            </a:r>
          </a:p>
        </p:txBody>
      </p:sp>
      <p:sp>
        <p:nvSpPr>
          <p:cNvPr id="15" name="Rule"/>
          <p:cNvSpPr/>
          <p:nvPr/>
        </p:nvSpPr>
        <p:spPr>
          <a:xfrm>
            <a:off x="6461607" y="4901183"/>
            <a:ext cx="4998567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ight 3"/>
          <p:cNvSpPr txBox="1"/>
          <p:nvPr/>
        </p:nvSpPr>
        <p:spPr>
          <a:xfrm>
            <a:off x="6461607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{{RIGHT_3}}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{{LIST_TITLE}}</a:t>
            </a:r>
          </a:p>
        </p:txBody>
      </p:sp>
      <p:sp>
        <p:nvSpPr>
          <p:cNvPr id="3" name="Intro"/>
          <p:cNvSpPr txBox="1"/>
          <p:nvPr/>
        </p:nvSpPr>
        <p:spPr>
          <a:xfrm>
            <a:off x="731520" y="288036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3F4045"/>
                </a:solidFill>
                <a:latin typeface="Segoe UI"/>
                <a:cs typeface="Segoe UI"/>
              </a:rPr>
              <a:t>{{LIST_INTRO}}</a:t>
            </a:r>
          </a:p>
        </p:txBody>
      </p:sp>
      <p:sp>
        <p:nvSpPr>
          <p:cNvPr id="4" name="Rule"/>
          <p:cNvSpPr/>
          <p:nvPr/>
        </p:nvSpPr>
        <p:spPr>
          <a:xfrm>
            <a:off x="5760720" y="822960"/>
            <a:ext cx="36576" cy="493776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st"/>
          <p:cNvSpPr txBox="1"/>
          <p:nvPr/>
        </p:nvSpPr>
        <p:spPr>
          <a:xfrm>
            <a:off x="6355080" y="822960"/>
            <a:ext cx="51206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2433F0"/>
              </a:buClr>
              <a:buFont typeface="Bahnschrift SemiBold"/>
              <a:buChar char="—"/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{{LIST_1}}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2433F0"/>
              </a:buClr>
              <a:buFont typeface="Bahnschrift SemiBold"/>
              <a:buChar char="—"/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{{LIST_2}}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2433F0"/>
              </a:buClr>
              <a:buFont typeface="Bahnschrift SemiBold"/>
              <a:buChar char="—"/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{{LIST_3}}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2433F0"/>
              </a:buClr>
              <a:buFont typeface="Bahnschrift SemiBold"/>
              <a:buChar char="—"/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{{LIST_4}}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2433F0"/>
              </a:buClr>
              <a:buFont typeface="Bahnschrift SemiBold"/>
              <a:buChar char="—"/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{{LIST_5}}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 mark"/>
          <p:cNvSpPr txBox="1"/>
          <p:nvPr/>
        </p:nvSpPr>
        <p:spPr>
          <a:xfrm>
            <a:off x="731520" y="41148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2433F0"/>
                </a:solidFill>
                <a:latin typeface="Georgia"/>
                <a:cs typeface="Georgia"/>
              </a:rPr>
              <a:t>“</a:t>
            </a:r>
          </a:p>
        </p:txBody>
      </p:sp>
      <p:sp>
        <p:nvSpPr>
          <p:cNvPr id="3" name="Quote"/>
          <p:cNvSpPr txBox="1"/>
          <p:nvPr/>
        </p:nvSpPr>
        <p:spPr>
          <a:xfrm>
            <a:off x="731520" y="1828800"/>
            <a:ext cx="9692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 spc="-51">
                <a:solidFill>
                  <a:srgbClr val="0C0C0E"/>
                </a:solidFill>
                <a:latin typeface="Bahnschrift Light"/>
                <a:cs typeface="Bahnschrift Light"/>
              </a:rPr>
              <a:t>{{QUOTE_TEXT}}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4983480"/>
            <a:ext cx="822960" cy="45720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ote author"/>
          <p:cNvSpPr txBox="1"/>
          <p:nvPr/>
        </p:nvSpPr>
        <p:spPr>
          <a:xfrm>
            <a:off x="731520" y="52120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0C0E"/>
                </a:solidFill>
                <a:latin typeface="Segoe UI"/>
                <a:cs typeface="Segoe UI"/>
              </a:rPr>
              <a:t>{{QUOTE_AUTHOR}}</a:t>
            </a:r>
          </a:p>
        </p:txBody>
      </p:sp>
      <p:sp>
        <p:nvSpPr>
          <p:cNvPr id="6" name="Quote role"/>
          <p:cNvSpPr txBox="1"/>
          <p:nvPr/>
        </p:nvSpPr>
        <p:spPr>
          <a:xfrm>
            <a:off x="731520" y="555955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A6B71"/>
                </a:solidFill>
                <a:latin typeface="Segoe UI"/>
                <a:cs typeface="Segoe UI"/>
              </a:rPr>
              <a:t>{{QUOTE_ROLE}}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{{OPTIONS_TITLE}}</a:t>
            </a:r>
          </a:p>
        </p:txBody>
      </p:sp>
      <p:sp>
        <p:nvSpPr>
          <p:cNvPr id="3" name="Rule"/>
          <p:cNvSpPr/>
          <p:nvPr/>
        </p:nvSpPr>
        <p:spPr>
          <a:xfrm>
            <a:off x="731520" y="2331720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ption 1 name"/>
          <p:cNvSpPr txBox="1"/>
          <p:nvPr/>
        </p:nvSpPr>
        <p:spPr>
          <a:xfrm>
            <a:off x="731520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42">
                <a:solidFill>
                  <a:srgbClr val="0C0C0E"/>
                </a:solidFill>
                <a:latin typeface="Bahnschrift SemiBold"/>
                <a:cs typeface="Bahnschrift SemiBold"/>
              </a:rPr>
              <a:t>{{OPTION_1_NAME}}</a:t>
            </a:r>
          </a:p>
        </p:txBody>
      </p:sp>
      <p:sp>
        <p:nvSpPr>
          <p:cNvPr id="5" name="Option 1 price"/>
          <p:cNvSpPr txBox="1"/>
          <p:nvPr/>
        </p:nvSpPr>
        <p:spPr>
          <a:xfrm>
            <a:off x="731520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433F0"/>
                </a:solidFill>
                <a:latin typeface="Segoe UI"/>
                <a:cs typeface="Segoe UI"/>
              </a:rPr>
              <a:t>{{OPTION_1_PRICE}}</a:t>
            </a:r>
          </a:p>
        </p:txBody>
      </p:sp>
      <p:sp>
        <p:nvSpPr>
          <p:cNvPr id="6" name="Option 1 text"/>
          <p:cNvSpPr txBox="1"/>
          <p:nvPr/>
        </p:nvSpPr>
        <p:spPr>
          <a:xfrm>
            <a:off x="731520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3F4045"/>
                </a:solidFill>
                <a:latin typeface="Segoe UI"/>
                <a:cs typeface="Segoe UI"/>
              </a:rPr>
              <a:t>{{OPTION_1_TEXT}}</a:t>
            </a:r>
          </a:p>
        </p:txBody>
      </p:sp>
      <p:sp>
        <p:nvSpPr>
          <p:cNvPr id="7" name="Rule"/>
          <p:cNvSpPr/>
          <p:nvPr/>
        </p:nvSpPr>
        <p:spPr>
          <a:xfrm>
            <a:off x="4444898" y="2331720"/>
            <a:ext cx="3301898" cy="54864"/>
          </a:xfrm>
          <a:prstGeom prst="rect">
            <a:avLst/>
          </a:prstGeom>
          <a:solidFill>
            <a:srgbClr val="243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ption 2 name"/>
          <p:cNvSpPr txBox="1"/>
          <p:nvPr/>
        </p:nvSpPr>
        <p:spPr>
          <a:xfrm>
            <a:off x="4444898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42">
                <a:solidFill>
                  <a:srgbClr val="0C0C0E"/>
                </a:solidFill>
                <a:latin typeface="Bahnschrift SemiBold"/>
                <a:cs typeface="Bahnschrift SemiBold"/>
              </a:rPr>
              <a:t>{{OPTION_2_NAME}}</a:t>
            </a:r>
          </a:p>
        </p:txBody>
      </p:sp>
      <p:sp>
        <p:nvSpPr>
          <p:cNvPr id="9" name="Option 2 price"/>
          <p:cNvSpPr txBox="1"/>
          <p:nvPr/>
        </p:nvSpPr>
        <p:spPr>
          <a:xfrm>
            <a:off x="4444898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433F0"/>
                </a:solidFill>
                <a:latin typeface="Segoe UI"/>
                <a:cs typeface="Segoe UI"/>
              </a:rPr>
              <a:t>{{OPTION_2_PRICE}}</a:t>
            </a:r>
          </a:p>
        </p:txBody>
      </p:sp>
      <p:sp>
        <p:nvSpPr>
          <p:cNvPr id="10" name="Option 2 text"/>
          <p:cNvSpPr txBox="1"/>
          <p:nvPr/>
        </p:nvSpPr>
        <p:spPr>
          <a:xfrm>
            <a:off x="4444898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3F4045"/>
                </a:solidFill>
                <a:latin typeface="Segoe UI"/>
                <a:cs typeface="Segoe UI"/>
              </a:rPr>
              <a:t>{{OPTION_2_TEXT}}</a:t>
            </a:r>
          </a:p>
        </p:txBody>
      </p:sp>
      <p:sp>
        <p:nvSpPr>
          <p:cNvPr id="11" name="Rule"/>
          <p:cNvSpPr/>
          <p:nvPr/>
        </p:nvSpPr>
        <p:spPr>
          <a:xfrm>
            <a:off x="8158276" y="2331720"/>
            <a:ext cx="3301898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ption 3 name"/>
          <p:cNvSpPr txBox="1"/>
          <p:nvPr/>
        </p:nvSpPr>
        <p:spPr>
          <a:xfrm>
            <a:off x="8158276" y="2578608"/>
            <a:ext cx="330189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42">
                <a:solidFill>
                  <a:srgbClr val="0C0C0E"/>
                </a:solidFill>
                <a:latin typeface="Bahnschrift SemiBold"/>
                <a:cs typeface="Bahnschrift SemiBold"/>
              </a:rPr>
              <a:t>{{OPTION_3_NAME}}</a:t>
            </a:r>
          </a:p>
        </p:txBody>
      </p:sp>
      <p:sp>
        <p:nvSpPr>
          <p:cNvPr id="13" name="Option 3 price"/>
          <p:cNvSpPr txBox="1"/>
          <p:nvPr/>
        </p:nvSpPr>
        <p:spPr>
          <a:xfrm>
            <a:off x="8158276" y="318211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433F0"/>
                </a:solidFill>
                <a:latin typeface="Segoe UI"/>
                <a:cs typeface="Segoe UI"/>
              </a:rPr>
              <a:t>{{OPTION_3_PRICE}}</a:t>
            </a:r>
          </a:p>
        </p:txBody>
      </p:sp>
      <p:sp>
        <p:nvSpPr>
          <p:cNvPr id="14" name="Option 3 text"/>
          <p:cNvSpPr txBox="1"/>
          <p:nvPr/>
        </p:nvSpPr>
        <p:spPr>
          <a:xfrm>
            <a:off x="8158276" y="3730752"/>
            <a:ext cx="32104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3F4045"/>
                </a:solidFill>
                <a:latin typeface="Segoe UI"/>
                <a:cs typeface="Segoe UI"/>
              </a:rPr>
              <a:t>{{OPTION_3_TEXT}}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16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658368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i="0" spc="-63">
                <a:solidFill>
                  <a:srgbClr val="0C0C0E"/>
                </a:solidFill>
                <a:latin typeface="Bahnschrift SemiBold"/>
                <a:cs typeface="Bahnschrift SemiBold"/>
              </a:rPr>
              <a:t>{{SUMMARY_TITLE}}</a:t>
            </a:r>
          </a:p>
        </p:txBody>
      </p:sp>
      <p:sp>
        <p:nvSpPr>
          <p:cNvPr id="3" name="Rule"/>
          <p:cNvSpPr/>
          <p:nvPr/>
        </p:nvSpPr>
        <p:spPr>
          <a:xfrm>
            <a:off x="5760720" y="822960"/>
            <a:ext cx="5699455" cy="36576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ummary 1 mark"/>
          <p:cNvSpPr txBox="1"/>
          <p:nvPr/>
        </p:nvSpPr>
        <p:spPr>
          <a:xfrm>
            <a:off x="5760720" y="100584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54">
                <a:solidFill>
                  <a:srgbClr val="2433F0"/>
                </a:solidFill>
                <a:latin typeface="Bahnschrift Light"/>
                <a:cs typeface="Bahnschrift Light"/>
              </a:rPr>
              <a:t>1</a:t>
            </a:r>
          </a:p>
        </p:txBody>
      </p:sp>
      <p:sp>
        <p:nvSpPr>
          <p:cNvPr id="5" name="Summary 1"/>
          <p:cNvSpPr txBox="1"/>
          <p:nvPr/>
        </p:nvSpPr>
        <p:spPr>
          <a:xfrm>
            <a:off x="6355080" y="104241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{{SUMMARY_1}}</a:t>
            </a:r>
          </a:p>
        </p:txBody>
      </p:sp>
      <p:sp>
        <p:nvSpPr>
          <p:cNvPr id="6" name="Rule"/>
          <p:cNvSpPr/>
          <p:nvPr/>
        </p:nvSpPr>
        <p:spPr>
          <a:xfrm>
            <a:off x="5760720" y="2514600"/>
            <a:ext cx="5699455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ummary 2 mark"/>
          <p:cNvSpPr txBox="1"/>
          <p:nvPr/>
        </p:nvSpPr>
        <p:spPr>
          <a:xfrm>
            <a:off x="5760720" y="26974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54">
                <a:solidFill>
                  <a:srgbClr val="2433F0"/>
                </a:solidFill>
                <a:latin typeface="Bahnschrift Light"/>
                <a:cs typeface="Bahnschrift Light"/>
              </a:rPr>
              <a:t>2</a:t>
            </a:r>
          </a:p>
        </p:txBody>
      </p:sp>
      <p:sp>
        <p:nvSpPr>
          <p:cNvPr id="8" name="Summary 2"/>
          <p:cNvSpPr txBox="1"/>
          <p:nvPr/>
        </p:nvSpPr>
        <p:spPr>
          <a:xfrm>
            <a:off x="6355080" y="273405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{{SUMMARY_2}}</a:t>
            </a:r>
          </a:p>
        </p:txBody>
      </p:sp>
      <p:sp>
        <p:nvSpPr>
          <p:cNvPr id="9" name="Rule"/>
          <p:cNvSpPr/>
          <p:nvPr/>
        </p:nvSpPr>
        <p:spPr>
          <a:xfrm>
            <a:off x="5760720" y="4206240"/>
            <a:ext cx="5699455" cy="10058"/>
          </a:xfrm>
          <a:prstGeom prst="rect">
            <a:avLst/>
          </a:prstGeom>
          <a:solidFill>
            <a:srgbClr val="D9D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ummary 3 mark"/>
          <p:cNvSpPr txBox="1"/>
          <p:nvPr/>
        </p:nvSpPr>
        <p:spPr>
          <a:xfrm>
            <a:off x="5760720" y="43891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54">
                <a:solidFill>
                  <a:srgbClr val="2433F0"/>
                </a:solidFill>
                <a:latin typeface="Bahnschrift Light"/>
                <a:cs typeface="Bahnschrift Light"/>
              </a:rPr>
              <a:t>3</a:t>
            </a:r>
          </a:p>
        </p:txBody>
      </p:sp>
      <p:sp>
        <p:nvSpPr>
          <p:cNvPr id="11" name="Summary 3"/>
          <p:cNvSpPr txBox="1"/>
          <p:nvPr/>
        </p:nvSpPr>
        <p:spPr>
          <a:xfrm>
            <a:off x="6355080" y="442569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C0C0E"/>
                </a:solidFill>
                <a:latin typeface="Segoe UI"/>
                <a:cs typeface="Segoe UI"/>
              </a:rPr>
              <a:t>{{SUMMARY_3}}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13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A6B71"/>
                </a:solidFill>
                <a:latin typeface="Bahnschrift SemiBold"/>
                <a:cs typeface="Bahnschrift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731520" y="914400"/>
            <a:ext cx="8046720" cy="2743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6200" b="0" i="0" spc="-93">
                <a:solidFill>
                  <a:srgbClr val="FFFFFF"/>
                </a:solidFill>
                <a:latin typeface="Bahnschrift SemiBold"/>
                <a:cs typeface="Bahnschrift SemiBold"/>
              </a:rPr>
              <a:t>{{CLOSING_TITLE}}</a:t>
            </a:r>
          </a:p>
        </p:txBody>
      </p:sp>
      <p:sp>
        <p:nvSpPr>
          <p:cNvPr id="4" name="Closing text"/>
          <p:cNvSpPr txBox="1"/>
          <p:nvPr/>
        </p:nvSpPr>
        <p:spPr>
          <a:xfrm>
            <a:off x="731520" y="39319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E1E4FF"/>
                </a:solidFill>
                <a:latin typeface="Segoe UI"/>
                <a:cs typeface="Segoe UI"/>
              </a:rPr>
              <a:t>{{CLOSING_TEXT}}</a:t>
            </a:r>
          </a:p>
        </p:txBody>
      </p:sp>
      <p:sp>
        <p:nvSpPr>
          <p:cNvPr id="5" name="Contact 1"/>
          <p:cNvSpPr txBox="1"/>
          <p:nvPr/>
        </p:nvSpPr>
        <p:spPr>
          <a:xfrm>
            <a:off x="731520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  <a:cs typeface="Segoe UI"/>
              </a:rPr>
              <a:t>{{CONTACT_1}}</a:t>
            </a:r>
          </a:p>
        </p:txBody>
      </p:sp>
      <p:sp>
        <p:nvSpPr>
          <p:cNvPr id="6" name="Contact 2"/>
          <p:cNvSpPr txBox="1"/>
          <p:nvPr/>
        </p:nvSpPr>
        <p:spPr>
          <a:xfrm>
            <a:off x="3127248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  <a:cs typeface="Segoe UI"/>
              </a:rPr>
              <a:t>{{CONTACT_2}}</a:t>
            </a:r>
          </a:p>
        </p:txBody>
      </p:sp>
      <p:sp>
        <p:nvSpPr>
          <p:cNvPr id="7" name="Contact 3"/>
          <p:cNvSpPr txBox="1"/>
          <p:nvPr/>
        </p:nvSpPr>
        <p:spPr>
          <a:xfrm>
            <a:off x="5522976" y="541324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  <a:cs typeface="Segoe UI"/>
              </a:rPr>
              <a:t>{{CONTACT_3}}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C3C9FF"/>
                </a:solidFill>
                <a:latin typeface="Bahnschrift SemiBold"/>
                <a:cs typeface="Bahnschrift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C3C9FF"/>
                </a:solidFill>
                <a:latin typeface="Bahnschrift SemiBold"/>
                <a:cs typeface="Bahnschrift Semi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