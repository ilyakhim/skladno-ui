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3035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3B3B4D"/>
                </a:solidFill>
                <a:latin typeface="Georgia"/>
                <a:cs typeface="Georgia"/>
              </a:rPr>
              <a:t>{{AUTHOR}}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58368" y="1280160"/>
            <a:ext cx="7680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spc="-266">
                <a:solidFill>
                  <a:srgbClr val="17171F"/>
                </a:solidFill>
                <a:latin typeface="Georgia"/>
                <a:cs typeface="Georgia"/>
              </a:rPr>
              <a:t>{{TITLE}}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58368" y="5623560"/>
            <a:ext cx="530352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66928"/>
            <a:ext cx="7863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spc="-168">
                <a:solidFill>
                  <a:srgbClr val="17171F"/>
                </a:solidFill>
                <a:latin typeface="Georgia"/>
                <a:cs typeface="Georgia"/>
              </a:rPr>
              <a:t>{{STATEMENT_TITLE}}</a:t>
            </a:r>
          </a:p>
        </p:txBody>
      </p:sp>
      <p:sp>
        <p:nvSpPr>
          <p:cNvPr id="4" name="Card"/>
          <p:cNvSpPr/>
          <p:nvPr/>
        </p:nvSpPr>
        <p:spPr>
          <a:xfrm>
            <a:off x="530352" y="4041648"/>
            <a:ext cx="5486400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914400" y="4370832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spc="-105">
                <a:solidFill>
                  <a:srgbClr val="17171F"/>
                </a:solidFill>
                <a:latin typeface="Georgia"/>
                <a:cs typeface="Georgia"/>
              </a:rPr>
              <a:t>{{CARD_1_TITLE}}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51389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3B3B4D"/>
                </a:solidFill>
                <a:latin typeface="Arial"/>
                <a:cs typeface="Arial"/>
              </a:rPr>
              <a:t>{{CARD_1_TEXT}}</a:t>
            </a:r>
          </a:p>
        </p:txBody>
      </p:sp>
      <p:sp>
        <p:nvSpPr>
          <p:cNvPr id="7" name="Card"/>
          <p:cNvSpPr/>
          <p:nvPr/>
        </p:nvSpPr>
        <p:spPr>
          <a:xfrm>
            <a:off x="6172200" y="4041648"/>
            <a:ext cx="5486400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6556248" y="4370832"/>
            <a:ext cx="47548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spc="-105">
                <a:solidFill>
                  <a:srgbClr val="17171F"/>
                </a:solidFill>
                <a:latin typeface="Georgia"/>
                <a:cs typeface="Georgia"/>
              </a:rPr>
              <a:t>{{CARD_2_TITLE}}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6556248" y="5138928"/>
            <a:ext cx="4754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3B3B4D"/>
                </a:solidFill>
                <a:latin typeface="Arial"/>
                <a:cs typeface="Arial"/>
              </a:rPr>
              <a:t>{{CARD_2_TEXT}}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66928"/>
            <a:ext cx="7863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spc="-168">
                <a:solidFill>
                  <a:srgbClr val="17171F"/>
                </a:solidFill>
                <a:latin typeface="Georgia"/>
                <a:cs typeface="Georgia"/>
              </a:rPr>
              <a:t>{{NUMBERS_TITLE}}</a:t>
            </a:r>
          </a:p>
        </p:txBody>
      </p:sp>
      <p:sp>
        <p:nvSpPr>
          <p:cNvPr id="4" name="Card"/>
          <p:cNvSpPr/>
          <p:nvPr/>
        </p:nvSpPr>
        <p:spPr>
          <a:xfrm>
            <a:off x="530352" y="4041648"/>
            <a:ext cx="2679192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877824" y="4343400"/>
            <a:ext cx="2130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spc="-150">
                <a:solidFill>
                  <a:srgbClr val="17171F"/>
                </a:solidFill>
                <a:latin typeface="Arial"/>
                <a:cs typeface="Arial"/>
              </a:rPr>
              <a:t>{{NUM_1_VALUE}}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877824" y="5230368"/>
            <a:ext cx="2130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{{NUM_1_TEXT}}</a:t>
            </a:r>
          </a:p>
        </p:txBody>
      </p:sp>
      <p:sp>
        <p:nvSpPr>
          <p:cNvPr id="7" name="Card"/>
          <p:cNvSpPr/>
          <p:nvPr/>
        </p:nvSpPr>
        <p:spPr>
          <a:xfrm>
            <a:off x="3346704" y="4041648"/>
            <a:ext cx="2679192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"/>
          <p:cNvSpPr txBox="1"/>
          <p:nvPr/>
        </p:nvSpPr>
        <p:spPr>
          <a:xfrm>
            <a:off x="3694176" y="4343400"/>
            <a:ext cx="2130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spc="-150">
                <a:solidFill>
                  <a:srgbClr val="17171F"/>
                </a:solidFill>
                <a:latin typeface="Arial"/>
                <a:cs typeface="Arial"/>
              </a:rPr>
              <a:t>{{NUM_2_VALUE}}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3694176" y="5230368"/>
            <a:ext cx="2130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{{NUM_2_TEXT}}</a:t>
            </a:r>
          </a:p>
        </p:txBody>
      </p:sp>
      <p:sp>
        <p:nvSpPr>
          <p:cNvPr id="10" name="Card"/>
          <p:cNvSpPr/>
          <p:nvPr/>
        </p:nvSpPr>
        <p:spPr>
          <a:xfrm>
            <a:off x="6163056" y="4041648"/>
            <a:ext cx="2679192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6510528" y="4343400"/>
            <a:ext cx="2130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spc="-150">
                <a:solidFill>
                  <a:srgbClr val="17171F"/>
                </a:solidFill>
                <a:latin typeface="Arial"/>
                <a:cs typeface="Arial"/>
              </a:rPr>
              <a:t>{{NUM_3_VALUE}}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510528" y="5230368"/>
            <a:ext cx="2130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{{NUM_3_TEXT}}</a:t>
            </a:r>
          </a:p>
        </p:txBody>
      </p:sp>
      <p:sp>
        <p:nvSpPr>
          <p:cNvPr id="13" name="Card"/>
          <p:cNvSpPr/>
          <p:nvPr/>
        </p:nvSpPr>
        <p:spPr>
          <a:xfrm>
            <a:off x="8979408" y="4041648"/>
            <a:ext cx="2679192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9326880" y="4343400"/>
            <a:ext cx="2130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spc="-150">
                <a:solidFill>
                  <a:srgbClr val="17171F"/>
                </a:solidFill>
                <a:latin typeface="Arial"/>
                <a:cs typeface="Arial"/>
              </a:rPr>
              <a:t>{{NUM_4_VALUE}}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9326880" y="5230368"/>
            <a:ext cx="21305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{{NUM_4_TEXT}}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224028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5E5E73"/>
                </a:solidFill>
                <a:latin typeface="Georgia"/>
                <a:cs typeface="Georgia"/>
              </a:rPr>
              <a:t>{{SECTION_LABEL}}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58368" y="2743200"/>
            <a:ext cx="69494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spc="-189">
                <a:solidFill>
                  <a:srgbClr val="17171F"/>
                </a:solidFill>
                <a:latin typeface="Georgia"/>
                <a:cs typeface="Georgia"/>
              </a:rPr>
              <a:t>{{SECTION_TITLE}}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66928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spc="-168">
                <a:solidFill>
                  <a:srgbClr val="17171F"/>
                </a:solidFill>
                <a:latin typeface="Georgia"/>
                <a:cs typeface="Georgia"/>
              </a:rPr>
              <a:t>{{STEPS_TITLE}}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58368" y="157276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>
                <a:solidFill>
                  <a:srgbClr val="3B3B4D"/>
                </a:solidFill>
                <a:latin typeface="Georgia"/>
                <a:cs typeface="Georgia"/>
              </a:rPr>
              <a:t>{{STEPS_INTRO}}</a:t>
            </a:r>
          </a:p>
        </p:txBody>
      </p:sp>
      <p:sp>
        <p:nvSpPr>
          <p:cNvPr id="5" name="Card"/>
          <p:cNvSpPr/>
          <p:nvPr/>
        </p:nvSpPr>
        <p:spPr>
          <a:xfrm>
            <a:off x="530352" y="4041648"/>
            <a:ext cx="3617976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"/>
          <p:cNvSpPr txBox="1"/>
          <p:nvPr/>
        </p:nvSpPr>
        <p:spPr>
          <a:xfrm>
            <a:off x="914400" y="4370832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spc="-98">
                <a:solidFill>
                  <a:srgbClr val="17171F"/>
                </a:solidFill>
                <a:latin typeface="Georgia"/>
                <a:cs typeface="Georgia"/>
              </a:rPr>
              <a:t>1. {{STEP_1_TITLE}}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5138928"/>
            <a:ext cx="29321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3B3B4D"/>
                </a:solidFill>
                <a:latin typeface="Arial"/>
                <a:cs typeface="Arial"/>
              </a:rPr>
              <a:t>{{STEP_1_TEXT}}</a:t>
            </a:r>
          </a:p>
        </p:txBody>
      </p:sp>
      <p:sp>
        <p:nvSpPr>
          <p:cNvPr id="8" name="Card"/>
          <p:cNvSpPr/>
          <p:nvPr/>
        </p:nvSpPr>
        <p:spPr>
          <a:xfrm>
            <a:off x="4285488" y="4041648"/>
            <a:ext cx="3617976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669536" y="4370832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spc="-98">
                <a:solidFill>
                  <a:srgbClr val="17171F"/>
                </a:solidFill>
                <a:latin typeface="Georgia"/>
                <a:cs typeface="Georgia"/>
              </a:rPr>
              <a:t>2. {{STEP_2_TITLE}}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69536" y="5138928"/>
            <a:ext cx="29321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3B3B4D"/>
                </a:solidFill>
                <a:latin typeface="Arial"/>
                <a:cs typeface="Arial"/>
              </a:rPr>
              <a:t>{{STEP_2_TEXT}}</a:t>
            </a:r>
          </a:p>
        </p:txBody>
      </p:sp>
      <p:sp>
        <p:nvSpPr>
          <p:cNvPr id="11" name="Card"/>
          <p:cNvSpPr/>
          <p:nvPr/>
        </p:nvSpPr>
        <p:spPr>
          <a:xfrm>
            <a:off x="8040624" y="4041648"/>
            <a:ext cx="3617976" cy="2395728"/>
          </a:xfrm>
          <a:prstGeom prst="roundRect">
            <a:avLst>
              <a:gd name="adj" fmla="val 8000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8424672" y="4370832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spc="-98">
                <a:solidFill>
                  <a:srgbClr val="17171F"/>
                </a:solidFill>
                <a:latin typeface="Georgia"/>
                <a:cs typeface="Georgia"/>
              </a:rPr>
              <a:t>3. {{STEP_3_TITLE}}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8424672" y="5138928"/>
            <a:ext cx="293217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>
                <a:solidFill>
                  <a:srgbClr val="3B3B4D"/>
                </a:solidFill>
                <a:latin typeface="Arial"/>
                <a:cs typeface="Arial"/>
              </a:rPr>
              <a:t>{{STEP_3_TEXT}}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2331720"/>
            <a:ext cx="5303520" cy="11887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spc="-168">
                <a:solidFill>
                  <a:srgbClr val="17171F"/>
                </a:solidFill>
                <a:latin typeface="Georgia"/>
                <a:cs typeface="Georgia"/>
              </a:rPr>
              <a:t>{{LIST_TITLE}}</a:t>
            </a:r>
          </a:p>
        </p:txBody>
      </p:sp>
      <p:sp>
        <p:nvSpPr>
          <p:cNvPr id="4" name="List"/>
          <p:cNvSpPr txBox="1"/>
          <p:nvPr/>
        </p:nvSpPr>
        <p:spPr>
          <a:xfrm>
            <a:off x="658368" y="3840480"/>
            <a:ext cx="49377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11480" indent="-411480">
              <a:spcAft>
                <a:spcPts val="14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800">
                <a:solidFill>
                  <a:srgbClr val="3B3B4D"/>
                </a:solidFill>
                <a:latin typeface="Arial"/>
                <a:cs typeface="Arial"/>
              </a:rPr>
              <a:t>{{LIST_1}}</a:t>
            </a:r>
          </a:p>
          <a:p>
            <a:pPr algn="l" marL="411480" indent="-411480">
              <a:spcAft>
                <a:spcPts val="14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800">
                <a:solidFill>
                  <a:srgbClr val="3B3B4D"/>
                </a:solidFill>
                <a:latin typeface="Arial"/>
                <a:cs typeface="Arial"/>
              </a:rPr>
              <a:t>{{LIST_2}}</a:t>
            </a:r>
          </a:p>
          <a:p>
            <a:pPr algn="l" marL="411480" indent="-411480">
              <a:spcAft>
                <a:spcPts val="14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800">
                <a:solidFill>
                  <a:srgbClr val="3B3B4D"/>
                </a:solidFill>
                <a:latin typeface="Arial"/>
                <a:cs typeface="Arial"/>
              </a:rPr>
              <a:t>{{LIST_3}}</a:t>
            </a:r>
          </a:p>
          <a:p>
            <a:pPr algn="l" marL="411480" indent="-411480">
              <a:spcAft>
                <a:spcPts val="14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800">
                <a:solidFill>
                  <a:srgbClr val="3B3B4D"/>
                </a:solidFill>
                <a:latin typeface="Arial"/>
                <a:cs typeface="Arial"/>
              </a:rPr>
              <a:t>{{LIST_4}}</a:t>
            </a:r>
          </a:p>
        </p:txBody>
      </p:sp>
      <p:pic>
        <p:nvPicPr>
          <p:cNvPr id="5" name="Art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640080"/>
            <a:ext cx="5577840" cy="6217920"/>
          </a:xfrm>
          <a:prstGeom prst="roundRect">
            <a:avLst>
              <a:gd name="adj" fmla="val 4000"/>
            </a:avLst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2103120"/>
            <a:ext cx="585216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spc="-154">
                <a:solidFill>
                  <a:srgbClr val="17171F"/>
                </a:solidFill>
                <a:latin typeface="Georgia"/>
                <a:cs typeface="Georgia"/>
              </a:rPr>
              <a:t>{{BENEFITS_TITLE}}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58368" y="3749039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>
                <a:solidFill>
                  <a:srgbClr val="3B3B4D"/>
                </a:solidFill>
                <a:latin typeface="Georgia"/>
                <a:cs typeface="Georgia"/>
              </a:rPr>
              <a:t>{{BENEFITS_INTRO}}</a:t>
            </a:r>
          </a:p>
        </p:txBody>
      </p:sp>
      <p:sp>
        <p:nvSpPr>
          <p:cNvPr id="5" name="List"/>
          <p:cNvSpPr txBox="1"/>
          <p:nvPr/>
        </p:nvSpPr>
        <p:spPr>
          <a:xfrm>
            <a:off x="658368" y="4279392"/>
            <a:ext cx="6035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411480" indent="-411480">
              <a:spcAft>
                <a:spcPts val="12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700">
                <a:solidFill>
                  <a:srgbClr val="3B3B4D"/>
                </a:solidFill>
                <a:latin typeface="Arial"/>
                <a:cs typeface="Arial"/>
              </a:rPr>
              <a:t>{{BENEFIT_1}}</a:t>
            </a:r>
          </a:p>
          <a:p>
            <a:pPr algn="l" marL="411480" indent="-411480">
              <a:spcAft>
                <a:spcPts val="12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700">
                <a:solidFill>
                  <a:srgbClr val="3B3B4D"/>
                </a:solidFill>
                <a:latin typeface="Arial"/>
                <a:cs typeface="Arial"/>
              </a:rPr>
              <a:t>{{BENEFIT_2}}</a:t>
            </a:r>
          </a:p>
          <a:p>
            <a:pPr algn="l" marL="411480" indent="-411480">
              <a:spcAft>
                <a:spcPts val="1200"/>
              </a:spcAft>
              <a:buClr>
                <a:srgbClr val="4B4FC4"/>
              </a:buClr>
              <a:buSzPct val="130000"/>
              <a:buFont typeface="Arial"/>
              <a:buChar char="+"/>
            </a:pPr>
            <a:r>
              <a:rPr sz="1700">
                <a:solidFill>
                  <a:srgbClr val="3B3B4D"/>
                </a:solidFill>
                <a:latin typeface="Arial"/>
                <a:cs typeface="Arial"/>
              </a:rPr>
              <a:t>{{BENEFIT_3}}</a:t>
            </a:r>
          </a:p>
        </p:txBody>
      </p:sp>
      <p:sp>
        <p:nvSpPr>
          <p:cNvPr id="6" name="Card"/>
          <p:cNvSpPr/>
          <p:nvPr/>
        </p:nvSpPr>
        <p:spPr>
          <a:xfrm>
            <a:off x="7818120" y="384048"/>
            <a:ext cx="3977639" cy="6089904"/>
          </a:xfrm>
          <a:prstGeom prst="roundRect">
            <a:avLst>
              <a:gd name="adj" fmla="val 6436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"/>
          <p:cNvSpPr txBox="1"/>
          <p:nvPr/>
        </p:nvSpPr>
        <p:spPr>
          <a:xfrm>
            <a:off x="8275320" y="86868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spc="-150">
                <a:solidFill>
                  <a:srgbClr val="17171F"/>
                </a:solidFill>
                <a:latin typeface="Arial"/>
                <a:cs typeface="Arial"/>
              </a:rPr>
              <a:t>{{METRIC_1_VALUE}}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8275320" y="173736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{{METRIC_1_TEXT}}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8275320" y="27432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spc="-150">
                <a:solidFill>
                  <a:srgbClr val="17171F"/>
                </a:solidFill>
                <a:latin typeface="Arial"/>
                <a:cs typeface="Arial"/>
              </a:rPr>
              <a:t>{{METRIC_2_VALUE}}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8275320" y="361188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{{METRIC_2_TEXT}}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8275320" y="461772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spc="-150">
                <a:solidFill>
                  <a:srgbClr val="17171F"/>
                </a:solidFill>
                <a:latin typeface="Arial"/>
                <a:cs typeface="Arial"/>
              </a:rPr>
              <a:t>{{METRIC_3_VALUE}}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8275320" y="548640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{{METRIC_3_TEXT}}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66928"/>
            <a:ext cx="78638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800" spc="-168">
                <a:solidFill>
                  <a:srgbClr val="17171F"/>
                </a:solidFill>
                <a:latin typeface="Georgia"/>
                <a:cs typeface="Georgia"/>
              </a:rPr>
              <a:t>{{OPTIONS_TITLE}}</a:t>
            </a:r>
          </a:p>
        </p:txBody>
      </p:sp>
      <p:sp>
        <p:nvSpPr>
          <p:cNvPr id="4" name="Card"/>
          <p:cNvSpPr/>
          <p:nvPr/>
        </p:nvSpPr>
        <p:spPr>
          <a:xfrm>
            <a:off x="530352" y="1965960"/>
            <a:ext cx="3617976" cy="4480560"/>
          </a:xfrm>
          <a:prstGeom prst="roundRect">
            <a:avLst>
              <a:gd name="adj" fmla="val 7076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"/>
          <p:cNvSpPr txBox="1"/>
          <p:nvPr/>
        </p:nvSpPr>
        <p:spPr>
          <a:xfrm>
            <a:off x="914400" y="2286000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spc="-105">
                <a:solidFill>
                  <a:srgbClr val="17171F"/>
                </a:solidFill>
                <a:latin typeface="Georgia"/>
                <a:cs typeface="Georgia"/>
              </a:rPr>
              <a:t>{{OPTION_1_NAME}}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3035808"/>
            <a:ext cx="29321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17171F"/>
                </a:solidFill>
                <a:latin typeface="Arial"/>
                <a:cs typeface="Arial"/>
              </a:rPr>
              <a:t>{{OPTION_1_PRICE}}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3657600"/>
            <a:ext cx="293217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{{OPTION_1_TEXT}}</a:t>
            </a:r>
          </a:p>
        </p:txBody>
      </p:sp>
      <p:sp>
        <p:nvSpPr>
          <p:cNvPr id="8" name="Card"/>
          <p:cNvSpPr/>
          <p:nvPr/>
        </p:nvSpPr>
        <p:spPr>
          <a:xfrm>
            <a:off x="4285488" y="1965960"/>
            <a:ext cx="3617976" cy="4480560"/>
          </a:xfrm>
          <a:prstGeom prst="roundRect">
            <a:avLst>
              <a:gd name="adj" fmla="val 7076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4669536" y="2286000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spc="-105">
                <a:solidFill>
                  <a:srgbClr val="17171F"/>
                </a:solidFill>
                <a:latin typeface="Georgia"/>
                <a:cs typeface="Georgia"/>
              </a:rPr>
              <a:t>{{OPTION_2_NAME}}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4669536" y="3035808"/>
            <a:ext cx="29321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17171F"/>
                </a:solidFill>
                <a:latin typeface="Arial"/>
                <a:cs typeface="Arial"/>
              </a:rPr>
              <a:t>{{OPTION_2_PRICE}}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4669536" y="3657600"/>
            <a:ext cx="293217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{{OPTION_2_TEXT}}</a:t>
            </a:r>
          </a:p>
        </p:txBody>
      </p:sp>
      <p:sp>
        <p:nvSpPr>
          <p:cNvPr id="12" name="Card"/>
          <p:cNvSpPr/>
          <p:nvPr/>
        </p:nvSpPr>
        <p:spPr>
          <a:xfrm>
            <a:off x="8040624" y="1965960"/>
            <a:ext cx="3617976" cy="4480560"/>
          </a:xfrm>
          <a:prstGeom prst="roundRect">
            <a:avLst>
              <a:gd name="adj" fmla="val 7076"/>
            </a:avLst>
          </a:prstGeom>
          <a:solidFill>
            <a:srgbClr val="FFFFFF">
              <a:alpha val="6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8424672" y="2286000"/>
            <a:ext cx="2932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spc="-105">
                <a:solidFill>
                  <a:srgbClr val="17171F"/>
                </a:solidFill>
                <a:latin typeface="Georgia"/>
                <a:cs typeface="Georgia"/>
              </a:rPr>
              <a:t>{{OPTION_3_NAME}}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424672" y="3035808"/>
            <a:ext cx="293217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17171F"/>
                </a:solidFill>
                <a:latin typeface="Arial"/>
                <a:cs typeface="Arial"/>
              </a:rPr>
              <a:t>{{OPTION_3_PRICE}}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424672" y="3657600"/>
            <a:ext cx="2932176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>
                <a:solidFill>
                  <a:srgbClr val="3B3B4D"/>
                </a:solidFill>
                <a:latin typeface="Arial"/>
                <a:cs typeface="Arial"/>
              </a:rPr>
              <a:t>{{OPTION_3_TEXT}}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502920"/>
            <a:ext cx="914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>
                <a:solidFill>
                  <a:srgbClr val="17171F"/>
                </a:solidFill>
                <a:latin typeface="Georgia"/>
                <a:cs typeface="Georgia"/>
              </a:rPr>
              <a:t>“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58368" y="2514600"/>
            <a:ext cx="7132320" cy="27432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spc="-147">
                <a:solidFill>
                  <a:srgbClr val="17171F"/>
                </a:solidFill>
                <a:latin typeface="Georgia"/>
                <a:cs typeface="Georgia"/>
              </a:rPr>
              <a:t>{{QUOTE_TEXT}}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58368" y="5715000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{{QUOTE_AUTHOR}}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58368" y="6053328"/>
            <a:ext cx="54864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>
                <a:solidFill>
                  <a:srgbClr val="5E5E73"/>
                </a:solidFill>
                <a:latin typeface="Georgia"/>
                <a:cs typeface="Georgia"/>
              </a:rPr>
              <a:t>{{QUOTE_ROLE}}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58368" y="640080"/>
            <a:ext cx="658368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7600" spc="-266">
                <a:solidFill>
                  <a:srgbClr val="17171F"/>
                </a:solidFill>
                <a:latin typeface="Georgia"/>
                <a:cs typeface="Georgia"/>
              </a:rPr>
              <a:t>{{CTA_TITLE}}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6217920" y="513892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>
                <a:solidFill>
                  <a:srgbClr val="17171F"/>
                </a:solidFill>
                <a:latin typeface="Georgia"/>
                <a:cs typeface="Georgia"/>
              </a:rPr>
              <a:t>{{CONTACT_NAME}}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217920" y="5669280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{{CONTACT_1}}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006840" y="5669280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{{CONTACT_2}}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6217920" y="6053328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{{CONTACT_3}}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006840" y="6053328"/>
            <a:ext cx="26974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3B3B4D"/>
                </a:solidFill>
                <a:latin typeface="Georgia"/>
                <a:cs typeface="Georgia"/>
              </a:rPr>
              <a:t>{{CONTACT_4}}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