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ule"/>
          <p:cNvSpPr/>
          <p:nvPr/>
        </p:nvSpPr>
        <p:spPr>
          <a:xfrm>
            <a:off x="731520" y="566928"/>
            <a:ext cx="10728655" cy="45720"/>
          </a:xfrm>
          <a:prstGeom prst="rect">
            <a:avLst/>
          </a:prstGeom>
          <a:solidFill>
            <a:srgbClr val="8C2F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er"/>
          <p:cNvSpPr txBox="1"/>
          <p:nvPr/>
        </p:nvSpPr>
        <p:spPr>
          <a:xfrm>
            <a:off x="731520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8C2F22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7000" b="0" i="0" spc="-140">
                <a:solidFill>
                  <a:srgbClr val="1F1B16"/>
                </a:solidFill>
                <a:latin typeface="Georgia"/>
                <a:cs typeface="Georgia"/>
              </a:rPr>
              <a:t>{{TITLE}}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731520" y="4709160"/>
            <a:ext cx="6309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4B443B"/>
                </a:solidFill>
                <a:latin typeface="Georgia"/>
                <a:cs typeface="Georgia"/>
              </a:rPr>
              <a:t>{{SUBTITLE}}</a:t>
            </a:r>
          </a:p>
        </p:txBody>
      </p:sp>
      <p:sp>
        <p:nvSpPr>
          <p:cNvPr id="7" name="Rule"/>
          <p:cNvSpPr/>
          <p:nvPr/>
        </p:nvSpPr>
        <p:spPr>
          <a:xfrm>
            <a:off x="731520" y="5943600"/>
            <a:ext cx="10728655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uthor"/>
          <p:cNvSpPr txBox="1"/>
          <p:nvPr/>
        </p:nvSpPr>
        <p:spPr>
          <a:xfrm>
            <a:off x="731520" y="610819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F665A"/>
                </a:solidFill>
                <a:latin typeface="Georgia"/>
                <a:cs typeface="Georgia"/>
              </a:rPr>
              <a:t>{{AUTHOR}}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4206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400" b="0" i="0" spc="-88">
                <a:solidFill>
                  <a:srgbClr val="1F1B16"/>
                </a:solidFill>
                <a:latin typeface="Georgia"/>
                <a:cs typeface="Georgia"/>
              </a:rPr>
              <a:t>{{AGENDA_TITLE}}</a:t>
            </a:r>
          </a:p>
        </p:txBody>
      </p:sp>
      <p:sp>
        <p:nvSpPr>
          <p:cNvPr id="4" name="Rule"/>
          <p:cNvSpPr/>
          <p:nvPr/>
        </p:nvSpPr>
        <p:spPr>
          <a:xfrm>
            <a:off x="5394960" y="822960"/>
            <a:ext cx="10058" cy="4937760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genda"/>
          <p:cNvSpPr txBox="1"/>
          <p:nvPr/>
        </p:nvSpPr>
        <p:spPr>
          <a:xfrm>
            <a:off x="5989320" y="786384"/>
            <a:ext cx="54864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8C2F22"/>
              </a:buClr>
              <a:buFont typeface="Segoe UI Semibold"/>
              <a:buAutoNum type="arabicPeriod"/>
            </a:pPr>
            <a:r>
              <a:rPr sz="2400" b="0" i="0">
                <a:solidFill>
                  <a:srgbClr val="1F1B16"/>
                </a:solidFill>
                <a:latin typeface="Georgia"/>
                <a:cs typeface="Georgia"/>
              </a:rPr>
              <a:t>{{AGENDA_1}}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8C2F22"/>
              </a:buClr>
              <a:buFont typeface="Segoe UI Semibold"/>
              <a:buAutoNum type="arabicPeriod"/>
            </a:pPr>
            <a:r>
              <a:rPr sz="2400" b="0" i="0">
                <a:solidFill>
                  <a:srgbClr val="1F1B16"/>
                </a:solidFill>
                <a:latin typeface="Georgia"/>
                <a:cs typeface="Georgia"/>
              </a:rPr>
              <a:t>{{AGENDA_2}}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8C2F22"/>
              </a:buClr>
              <a:buFont typeface="Segoe UI Semibold"/>
              <a:buAutoNum type="arabicPeriod"/>
            </a:pPr>
            <a:r>
              <a:rPr sz="2400" b="0" i="0">
                <a:solidFill>
                  <a:srgbClr val="1F1B16"/>
                </a:solidFill>
                <a:latin typeface="Georgia"/>
                <a:cs typeface="Georgia"/>
              </a:rPr>
              <a:t>{{AGENDA_3}}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8C2F22"/>
              </a:buClr>
              <a:buFont typeface="Segoe UI Semibold"/>
              <a:buAutoNum type="arabicPeriod"/>
            </a:pPr>
            <a:r>
              <a:rPr sz="2400" b="0" i="0">
                <a:solidFill>
                  <a:srgbClr val="1F1B16"/>
                </a:solidFill>
                <a:latin typeface="Georgia"/>
                <a:cs typeface="Georgia"/>
              </a:rPr>
              <a:t>{{AGENDA_4}}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8C2F22"/>
              </a:buClr>
              <a:buFont typeface="Segoe UI Semibold"/>
              <a:buAutoNum type="arabicPeriod"/>
            </a:pPr>
            <a:r>
              <a:rPr sz="2400" b="0" i="0">
                <a:solidFill>
                  <a:srgbClr val="1F1B16"/>
                </a:solidFill>
                <a:latin typeface="Georgia"/>
                <a:cs typeface="Georgia"/>
              </a:rPr>
              <a:t>{{AGENDA_5}}</a:t>
            </a:r>
          </a:p>
        </p:txBody>
      </p:sp>
      <p:sp>
        <p:nvSpPr>
          <p:cNvPr id="6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8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ement"/>
          <p:cNvSpPr txBox="1"/>
          <p:nvPr/>
        </p:nvSpPr>
        <p:spPr>
          <a:xfrm>
            <a:off x="731520" y="822960"/>
            <a:ext cx="9875520" cy="3429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 spc="-92">
                <a:solidFill>
                  <a:srgbClr val="1F1B16"/>
                </a:solidFill>
                <a:latin typeface="Georgia"/>
                <a:cs typeface="Georgia"/>
              </a:rPr>
              <a:t>{{STATEMENT}}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4572000"/>
            <a:ext cx="822960" cy="22860"/>
          </a:xfrm>
          <a:prstGeom prst="rect">
            <a:avLst/>
          </a:prstGeom>
          <a:solidFill>
            <a:srgbClr val="8C2F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Note"/>
          <p:cNvSpPr txBox="1"/>
          <p:nvPr/>
        </p:nvSpPr>
        <p:spPr>
          <a:xfrm>
            <a:off x="731520" y="480060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B443B"/>
                </a:solidFill>
                <a:latin typeface="Georgia"/>
                <a:cs typeface="Georgia"/>
              </a:rPr>
              <a:t>{{STATEMENT_NOTE}}</a:t>
            </a:r>
          </a:p>
        </p:txBody>
      </p:sp>
      <p:sp>
        <p:nvSpPr>
          <p:cNvPr id="6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8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 spc="-80">
                <a:solidFill>
                  <a:srgbClr val="1F1B16"/>
                </a:solidFill>
                <a:latin typeface="Georgia"/>
                <a:cs typeface="Georgia"/>
              </a:rPr>
              <a:t>{{POINTS_TITLE}}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2788920"/>
            <a:ext cx="3301898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ule"/>
          <p:cNvSpPr/>
          <p:nvPr/>
        </p:nvSpPr>
        <p:spPr>
          <a:xfrm>
            <a:off x="731520" y="2788920"/>
            <a:ext cx="548640" cy="27432"/>
          </a:xfrm>
          <a:prstGeom prst="rect">
            <a:avLst/>
          </a:prstGeom>
          <a:solidFill>
            <a:srgbClr val="8C2F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oint 1 title"/>
          <p:cNvSpPr txBox="1"/>
          <p:nvPr/>
        </p:nvSpPr>
        <p:spPr>
          <a:xfrm>
            <a:off x="731520" y="3035808"/>
            <a:ext cx="33018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1" spc="-48">
                <a:solidFill>
                  <a:srgbClr val="1F1B16"/>
                </a:solidFill>
                <a:latin typeface="Georgia"/>
                <a:cs typeface="Georgia"/>
              </a:rPr>
              <a:t>{{POINT_1_TITLE}}</a:t>
            </a:r>
          </a:p>
        </p:txBody>
      </p:sp>
      <p:sp>
        <p:nvSpPr>
          <p:cNvPr id="7" name="Point 1 text"/>
          <p:cNvSpPr txBox="1"/>
          <p:nvPr/>
        </p:nvSpPr>
        <p:spPr>
          <a:xfrm>
            <a:off x="731520" y="3977639"/>
            <a:ext cx="32104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B443B"/>
                </a:solidFill>
                <a:latin typeface="Georgia"/>
                <a:cs typeface="Georgia"/>
              </a:rPr>
              <a:t>{{POINT_1_TEXT}}</a:t>
            </a:r>
          </a:p>
        </p:txBody>
      </p:sp>
      <p:sp>
        <p:nvSpPr>
          <p:cNvPr id="8" name="Rule"/>
          <p:cNvSpPr/>
          <p:nvPr/>
        </p:nvSpPr>
        <p:spPr>
          <a:xfrm>
            <a:off x="4444898" y="2788920"/>
            <a:ext cx="3301898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ule"/>
          <p:cNvSpPr/>
          <p:nvPr/>
        </p:nvSpPr>
        <p:spPr>
          <a:xfrm>
            <a:off x="4444898" y="2788920"/>
            <a:ext cx="548640" cy="27432"/>
          </a:xfrm>
          <a:prstGeom prst="rect">
            <a:avLst/>
          </a:prstGeom>
          <a:solidFill>
            <a:srgbClr val="8C2F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oint 2 title"/>
          <p:cNvSpPr txBox="1"/>
          <p:nvPr/>
        </p:nvSpPr>
        <p:spPr>
          <a:xfrm>
            <a:off x="4444898" y="3035808"/>
            <a:ext cx="33018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1" spc="-48">
                <a:solidFill>
                  <a:srgbClr val="1F1B16"/>
                </a:solidFill>
                <a:latin typeface="Georgia"/>
                <a:cs typeface="Georgia"/>
              </a:rPr>
              <a:t>{{POINT_2_TITLE}}</a:t>
            </a:r>
          </a:p>
        </p:txBody>
      </p:sp>
      <p:sp>
        <p:nvSpPr>
          <p:cNvPr id="11" name="Point 2 text"/>
          <p:cNvSpPr txBox="1"/>
          <p:nvPr/>
        </p:nvSpPr>
        <p:spPr>
          <a:xfrm>
            <a:off x="4444898" y="3977639"/>
            <a:ext cx="32104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B443B"/>
                </a:solidFill>
                <a:latin typeface="Georgia"/>
                <a:cs typeface="Georgia"/>
              </a:rPr>
              <a:t>{{POINT_2_TEXT}}</a:t>
            </a:r>
          </a:p>
        </p:txBody>
      </p:sp>
      <p:sp>
        <p:nvSpPr>
          <p:cNvPr id="12" name="Rule"/>
          <p:cNvSpPr/>
          <p:nvPr/>
        </p:nvSpPr>
        <p:spPr>
          <a:xfrm>
            <a:off x="8158276" y="2788920"/>
            <a:ext cx="3301898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ule"/>
          <p:cNvSpPr/>
          <p:nvPr/>
        </p:nvSpPr>
        <p:spPr>
          <a:xfrm>
            <a:off x="8158276" y="2788920"/>
            <a:ext cx="548640" cy="27432"/>
          </a:xfrm>
          <a:prstGeom prst="rect">
            <a:avLst/>
          </a:prstGeom>
          <a:solidFill>
            <a:srgbClr val="8C2F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oint 3 title"/>
          <p:cNvSpPr txBox="1"/>
          <p:nvPr/>
        </p:nvSpPr>
        <p:spPr>
          <a:xfrm>
            <a:off x="8158276" y="3035808"/>
            <a:ext cx="33018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1" spc="-48">
                <a:solidFill>
                  <a:srgbClr val="1F1B16"/>
                </a:solidFill>
                <a:latin typeface="Georgia"/>
                <a:cs typeface="Georgia"/>
              </a:rPr>
              <a:t>{{POINT_3_TITLE}}</a:t>
            </a:r>
          </a:p>
        </p:txBody>
      </p:sp>
      <p:sp>
        <p:nvSpPr>
          <p:cNvPr id="15" name="Point 3 text"/>
          <p:cNvSpPr txBox="1"/>
          <p:nvPr/>
        </p:nvSpPr>
        <p:spPr>
          <a:xfrm>
            <a:off x="8158276" y="3977639"/>
            <a:ext cx="32104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B443B"/>
                </a:solidFill>
                <a:latin typeface="Georgia"/>
                <a:cs typeface="Georgia"/>
              </a:rPr>
              <a:t>{{POINT_3_TEXT}}</a:t>
            </a:r>
          </a:p>
        </p:txBody>
      </p:sp>
      <p:sp>
        <p:nvSpPr>
          <p:cNvPr id="16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18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 spc="-80">
                <a:solidFill>
                  <a:srgbClr val="1F1B16"/>
                </a:solidFill>
                <a:latin typeface="Georgia"/>
                <a:cs typeface="Georgia"/>
              </a:rPr>
              <a:t>{{NUMBERS_TITLE}}</a:t>
            </a:r>
          </a:p>
        </p:txBody>
      </p:sp>
      <p:sp>
        <p:nvSpPr>
          <p:cNvPr id="4" name="Number 1 value"/>
          <p:cNvSpPr txBox="1"/>
          <p:nvPr/>
        </p:nvSpPr>
        <p:spPr>
          <a:xfrm>
            <a:off x="731520" y="2286000"/>
            <a:ext cx="3301898" cy="1600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7600" b="0" i="0" spc="-228">
                <a:solidFill>
                  <a:srgbClr val="8C2F22"/>
                </a:solidFill>
                <a:latin typeface="Georgia"/>
                <a:cs typeface="Georgia"/>
              </a:rPr>
              <a:t>{{NUM_1_VALUE}}</a:t>
            </a:r>
          </a:p>
        </p:txBody>
      </p:sp>
      <p:sp>
        <p:nvSpPr>
          <p:cNvPr id="5" name="Rule"/>
          <p:cNvSpPr/>
          <p:nvPr/>
        </p:nvSpPr>
        <p:spPr>
          <a:xfrm>
            <a:off x="731520" y="4041648"/>
            <a:ext cx="3301898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umber 1 text"/>
          <p:cNvSpPr txBox="1"/>
          <p:nvPr/>
        </p:nvSpPr>
        <p:spPr>
          <a:xfrm>
            <a:off x="731520" y="4279392"/>
            <a:ext cx="31190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B443B"/>
                </a:solidFill>
                <a:latin typeface="Georgia"/>
                <a:cs typeface="Georgia"/>
              </a:rPr>
              <a:t>{{NUM_1_TEXT}}</a:t>
            </a:r>
          </a:p>
        </p:txBody>
      </p:sp>
      <p:sp>
        <p:nvSpPr>
          <p:cNvPr id="7" name="Number 2 value"/>
          <p:cNvSpPr txBox="1"/>
          <p:nvPr/>
        </p:nvSpPr>
        <p:spPr>
          <a:xfrm>
            <a:off x="4444898" y="2286000"/>
            <a:ext cx="3301898" cy="1600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7600" b="0" i="0" spc="-228">
                <a:solidFill>
                  <a:srgbClr val="8C2F22"/>
                </a:solidFill>
                <a:latin typeface="Georgia"/>
                <a:cs typeface="Georgia"/>
              </a:rPr>
              <a:t>{{NUM_2_VALUE}}</a:t>
            </a:r>
          </a:p>
        </p:txBody>
      </p:sp>
      <p:sp>
        <p:nvSpPr>
          <p:cNvPr id="8" name="Rule"/>
          <p:cNvSpPr/>
          <p:nvPr/>
        </p:nvSpPr>
        <p:spPr>
          <a:xfrm>
            <a:off x="4444898" y="4041648"/>
            <a:ext cx="3301898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umber 2 text"/>
          <p:cNvSpPr txBox="1"/>
          <p:nvPr/>
        </p:nvSpPr>
        <p:spPr>
          <a:xfrm>
            <a:off x="4444898" y="4279392"/>
            <a:ext cx="31190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B443B"/>
                </a:solidFill>
                <a:latin typeface="Georgia"/>
                <a:cs typeface="Georgia"/>
              </a:rPr>
              <a:t>{{NUM_2_TEXT}}</a:t>
            </a:r>
          </a:p>
        </p:txBody>
      </p:sp>
      <p:sp>
        <p:nvSpPr>
          <p:cNvPr id="10" name="Number 3 value"/>
          <p:cNvSpPr txBox="1"/>
          <p:nvPr/>
        </p:nvSpPr>
        <p:spPr>
          <a:xfrm>
            <a:off x="8158276" y="2286000"/>
            <a:ext cx="3301898" cy="1600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7600" b="0" i="0" spc="-228">
                <a:solidFill>
                  <a:srgbClr val="8C2F22"/>
                </a:solidFill>
                <a:latin typeface="Georgia"/>
                <a:cs typeface="Georgia"/>
              </a:rPr>
              <a:t>{{NUM_3_VALUE}}</a:t>
            </a:r>
          </a:p>
        </p:txBody>
      </p:sp>
      <p:sp>
        <p:nvSpPr>
          <p:cNvPr id="11" name="Rule"/>
          <p:cNvSpPr/>
          <p:nvPr/>
        </p:nvSpPr>
        <p:spPr>
          <a:xfrm>
            <a:off x="8158276" y="4041648"/>
            <a:ext cx="3301898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umber 3 text"/>
          <p:cNvSpPr txBox="1"/>
          <p:nvPr/>
        </p:nvSpPr>
        <p:spPr>
          <a:xfrm>
            <a:off x="8158276" y="4279392"/>
            <a:ext cx="31190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B443B"/>
                </a:solidFill>
                <a:latin typeface="Georgia"/>
                <a:cs typeface="Georgia"/>
              </a:rPr>
              <a:t>{{NUM_3_TEXT}}</a:t>
            </a:r>
          </a:p>
        </p:txBody>
      </p:sp>
      <p:sp>
        <p:nvSpPr>
          <p:cNvPr id="13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15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itle"/>
          <p:cNvSpPr txBox="1"/>
          <p:nvPr/>
        </p:nvSpPr>
        <p:spPr>
          <a:xfrm>
            <a:off x="731520" y="1005840"/>
            <a:ext cx="9144000" cy="3200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5600" b="0" i="0" spc="-112">
                <a:solidFill>
                  <a:srgbClr val="FBF4EA"/>
                </a:solidFill>
                <a:latin typeface="Georgia"/>
                <a:cs typeface="Georgia"/>
              </a:rPr>
              <a:t>{{SECTION_TITLE}}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4526280"/>
            <a:ext cx="822960" cy="22860"/>
          </a:xfrm>
          <a:prstGeom prst="rect">
            <a:avLst/>
          </a:prstGeom>
          <a:solidFill>
            <a:srgbClr val="F3D9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ection text"/>
          <p:cNvSpPr txBox="1"/>
          <p:nvPr/>
        </p:nvSpPr>
        <p:spPr>
          <a:xfrm>
            <a:off x="731520" y="4754880"/>
            <a:ext cx="5852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EBD3C8"/>
                </a:solidFill>
                <a:latin typeface="Georgia"/>
                <a:cs typeface="Georgia"/>
              </a:rPr>
              <a:t>{{SECTION_TEXT}}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D9B8A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7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D9B8AA"/>
                </a:solidFill>
                <a:latin typeface="Segoe UI Semibold"/>
                <a:cs typeface="Segoe UI Semi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 spc="-80">
                <a:solidFill>
                  <a:srgbClr val="1F1B16"/>
                </a:solidFill>
                <a:latin typeface="Georgia"/>
                <a:cs typeface="Georgia"/>
              </a:rPr>
              <a:t>{{TIMELINE_TITLE}}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3310128"/>
            <a:ext cx="10728655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ep 1 mark"/>
          <p:cNvSpPr txBox="1"/>
          <p:nvPr/>
        </p:nvSpPr>
        <p:spPr>
          <a:xfrm>
            <a:off x="731520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96">
                <a:solidFill>
                  <a:srgbClr val="8C2F22"/>
                </a:solidFill>
                <a:latin typeface="Georgia"/>
                <a:cs typeface="Georgia"/>
              </a:rPr>
              <a:t>{{STEP_1_MARK}}</a:t>
            </a:r>
          </a:p>
        </p:txBody>
      </p:sp>
      <p:sp>
        <p:nvSpPr>
          <p:cNvPr id="6" name="Dot"/>
          <p:cNvSpPr/>
          <p:nvPr/>
        </p:nvSpPr>
        <p:spPr>
          <a:xfrm>
            <a:off x="731520" y="3255721"/>
            <a:ext cx="118872" cy="118872"/>
          </a:xfrm>
          <a:prstGeom prst="ellipse">
            <a:avLst/>
          </a:prstGeom>
          <a:solidFill>
            <a:srgbClr val="8C2F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ep 1 title"/>
          <p:cNvSpPr txBox="1"/>
          <p:nvPr/>
        </p:nvSpPr>
        <p:spPr>
          <a:xfrm>
            <a:off x="731520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1" spc="-42">
                <a:solidFill>
                  <a:srgbClr val="1F1B16"/>
                </a:solidFill>
                <a:latin typeface="Georgia"/>
                <a:cs typeface="Georgia"/>
              </a:rPr>
              <a:t>{{STEP_1_TITLE}}</a:t>
            </a:r>
          </a:p>
        </p:txBody>
      </p:sp>
      <p:sp>
        <p:nvSpPr>
          <p:cNvPr id="8" name="Step 1 text"/>
          <p:cNvSpPr txBox="1"/>
          <p:nvPr/>
        </p:nvSpPr>
        <p:spPr>
          <a:xfrm>
            <a:off x="731520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4B443B"/>
                </a:solidFill>
                <a:latin typeface="Georgia"/>
                <a:cs typeface="Georgia"/>
              </a:rPr>
              <a:t>{{STEP_1_TEXT}}</a:t>
            </a:r>
          </a:p>
        </p:txBody>
      </p:sp>
      <p:sp>
        <p:nvSpPr>
          <p:cNvPr id="9" name="Step 2 mark"/>
          <p:cNvSpPr txBox="1"/>
          <p:nvPr/>
        </p:nvSpPr>
        <p:spPr>
          <a:xfrm>
            <a:off x="3505123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96">
                <a:solidFill>
                  <a:srgbClr val="8C2F22"/>
                </a:solidFill>
                <a:latin typeface="Georgia"/>
                <a:cs typeface="Georgia"/>
              </a:rPr>
              <a:t>{{STEP_2_MARK}}</a:t>
            </a:r>
          </a:p>
        </p:txBody>
      </p:sp>
      <p:sp>
        <p:nvSpPr>
          <p:cNvPr id="10" name="Dot"/>
          <p:cNvSpPr/>
          <p:nvPr/>
        </p:nvSpPr>
        <p:spPr>
          <a:xfrm>
            <a:off x="3505123" y="3255721"/>
            <a:ext cx="118872" cy="118872"/>
          </a:xfrm>
          <a:prstGeom prst="ellipse">
            <a:avLst/>
          </a:prstGeom>
          <a:solidFill>
            <a:srgbClr val="8C2F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tep 2 title"/>
          <p:cNvSpPr txBox="1"/>
          <p:nvPr/>
        </p:nvSpPr>
        <p:spPr>
          <a:xfrm>
            <a:off x="3505123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1" spc="-42">
                <a:solidFill>
                  <a:srgbClr val="1F1B16"/>
                </a:solidFill>
                <a:latin typeface="Georgia"/>
                <a:cs typeface="Georgia"/>
              </a:rPr>
              <a:t>{{STEP_2_TITLE}}</a:t>
            </a:r>
          </a:p>
        </p:txBody>
      </p:sp>
      <p:sp>
        <p:nvSpPr>
          <p:cNvPr id="12" name="Step 2 text"/>
          <p:cNvSpPr txBox="1"/>
          <p:nvPr/>
        </p:nvSpPr>
        <p:spPr>
          <a:xfrm>
            <a:off x="3505123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4B443B"/>
                </a:solidFill>
                <a:latin typeface="Georgia"/>
                <a:cs typeface="Georgia"/>
              </a:rPr>
              <a:t>{{STEP_2_TEXT}}</a:t>
            </a:r>
          </a:p>
        </p:txBody>
      </p:sp>
      <p:sp>
        <p:nvSpPr>
          <p:cNvPr id="13" name="Step 3 mark"/>
          <p:cNvSpPr txBox="1"/>
          <p:nvPr/>
        </p:nvSpPr>
        <p:spPr>
          <a:xfrm>
            <a:off x="6278727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96">
                <a:solidFill>
                  <a:srgbClr val="8C2F22"/>
                </a:solidFill>
                <a:latin typeface="Georgia"/>
                <a:cs typeface="Georgia"/>
              </a:rPr>
              <a:t>{{STEP_3_MARK}}</a:t>
            </a:r>
          </a:p>
        </p:txBody>
      </p:sp>
      <p:sp>
        <p:nvSpPr>
          <p:cNvPr id="14" name="Dot"/>
          <p:cNvSpPr/>
          <p:nvPr/>
        </p:nvSpPr>
        <p:spPr>
          <a:xfrm>
            <a:off x="6278727" y="3255721"/>
            <a:ext cx="118872" cy="118872"/>
          </a:xfrm>
          <a:prstGeom prst="ellipse">
            <a:avLst/>
          </a:prstGeom>
          <a:solidFill>
            <a:srgbClr val="8C2F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tep 3 title"/>
          <p:cNvSpPr txBox="1"/>
          <p:nvPr/>
        </p:nvSpPr>
        <p:spPr>
          <a:xfrm>
            <a:off x="6278727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1" spc="-42">
                <a:solidFill>
                  <a:srgbClr val="1F1B16"/>
                </a:solidFill>
                <a:latin typeface="Georgia"/>
                <a:cs typeface="Georgia"/>
              </a:rPr>
              <a:t>{{STEP_3_TITLE}}</a:t>
            </a:r>
          </a:p>
        </p:txBody>
      </p:sp>
      <p:sp>
        <p:nvSpPr>
          <p:cNvPr id="16" name="Step 3 text"/>
          <p:cNvSpPr txBox="1"/>
          <p:nvPr/>
        </p:nvSpPr>
        <p:spPr>
          <a:xfrm>
            <a:off x="6278727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4B443B"/>
                </a:solidFill>
                <a:latin typeface="Georgia"/>
                <a:cs typeface="Georgia"/>
              </a:rPr>
              <a:t>{{STEP_3_TEXT}}</a:t>
            </a:r>
          </a:p>
        </p:txBody>
      </p:sp>
      <p:sp>
        <p:nvSpPr>
          <p:cNvPr id="17" name="Step 4 mark"/>
          <p:cNvSpPr txBox="1"/>
          <p:nvPr/>
        </p:nvSpPr>
        <p:spPr>
          <a:xfrm>
            <a:off x="9052331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96">
                <a:solidFill>
                  <a:srgbClr val="8C2F22"/>
                </a:solidFill>
                <a:latin typeface="Georgia"/>
                <a:cs typeface="Georgia"/>
              </a:rPr>
              <a:t>{{STEP_4_MARK}}</a:t>
            </a:r>
          </a:p>
        </p:txBody>
      </p:sp>
      <p:sp>
        <p:nvSpPr>
          <p:cNvPr id="18" name="Dot"/>
          <p:cNvSpPr/>
          <p:nvPr/>
        </p:nvSpPr>
        <p:spPr>
          <a:xfrm>
            <a:off x="9052331" y="3255721"/>
            <a:ext cx="118872" cy="118872"/>
          </a:xfrm>
          <a:prstGeom prst="ellipse">
            <a:avLst/>
          </a:prstGeom>
          <a:solidFill>
            <a:srgbClr val="8C2F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tep 4 title"/>
          <p:cNvSpPr txBox="1"/>
          <p:nvPr/>
        </p:nvSpPr>
        <p:spPr>
          <a:xfrm>
            <a:off x="9052331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1" spc="-42">
                <a:solidFill>
                  <a:srgbClr val="1F1B16"/>
                </a:solidFill>
                <a:latin typeface="Georgia"/>
                <a:cs typeface="Georgia"/>
              </a:rPr>
              <a:t>{{STEP_4_TITLE}}</a:t>
            </a:r>
          </a:p>
        </p:txBody>
      </p:sp>
      <p:sp>
        <p:nvSpPr>
          <p:cNvPr id="20" name="Step 4 text"/>
          <p:cNvSpPr txBox="1"/>
          <p:nvPr/>
        </p:nvSpPr>
        <p:spPr>
          <a:xfrm>
            <a:off x="9052331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4B443B"/>
                </a:solidFill>
                <a:latin typeface="Georgia"/>
                <a:cs typeface="Georgia"/>
              </a:rPr>
              <a:t>{{STEP_4_TEXT}}</a:t>
            </a:r>
          </a:p>
        </p:txBody>
      </p:sp>
      <p:sp>
        <p:nvSpPr>
          <p:cNvPr id="21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23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 spc="-80">
                <a:solidFill>
                  <a:srgbClr val="1F1B16"/>
                </a:solidFill>
                <a:latin typeface="Georgia"/>
                <a:cs typeface="Georgia"/>
              </a:rPr>
              <a:t>{{COMPARE_TITLE}}</a:t>
            </a:r>
          </a:p>
        </p:txBody>
      </p:sp>
      <p:sp>
        <p:nvSpPr>
          <p:cNvPr id="4" name="Left title"/>
          <p:cNvSpPr txBox="1"/>
          <p:nvPr/>
        </p:nvSpPr>
        <p:spPr>
          <a:xfrm>
            <a:off x="731520" y="2286000"/>
            <a:ext cx="499856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1" spc="-52">
                <a:solidFill>
                  <a:srgbClr val="8C2F22"/>
                </a:solidFill>
                <a:latin typeface="Georgia"/>
                <a:cs typeface="Georgia"/>
              </a:rPr>
              <a:t>{{LEFT_TITLE}}</a:t>
            </a:r>
          </a:p>
        </p:txBody>
      </p:sp>
      <p:sp>
        <p:nvSpPr>
          <p:cNvPr id="5" name="Rule"/>
          <p:cNvSpPr/>
          <p:nvPr/>
        </p:nvSpPr>
        <p:spPr>
          <a:xfrm>
            <a:off x="731520" y="3035808"/>
            <a:ext cx="4998567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ft 1"/>
          <p:cNvSpPr txBox="1"/>
          <p:nvPr/>
        </p:nvSpPr>
        <p:spPr>
          <a:xfrm>
            <a:off x="731520" y="3218688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4B443B"/>
                </a:solidFill>
                <a:latin typeface="Georgia"/>
                <a:cs typeface="Georgia"/>
              </a:rPr>
              <a:t>{{LEFT_1}}</a:t>
            </a:r>
          </a:p>
        </p:txBody>
      </p:sp>
      <p:sp>
        <p:nvSpPr>
          <p:cNvPr id="7" name="Rule"/>
          <p:cNvSpPr/>
          <p:nvPr/>
        </p:nvSpPr>
        <p:spPr>
          <a:xfrm>
            <a:off x="731520" y="3968496"/>
            <a:ext cx="4998567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Left 2"/>
          <p:cNvSpPr txBox="1"/>
          <p:nvPr/>
        </p:nvSpPr>
        <p:spPr>
          <a:xfrm>
            <a:off x="731520" y="4151376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4B443B"/>
                </a:solidFill>
                <a:latin typeface="Georgia"/>
                <a:cs typeface="Georgia"/>
              </a:rPr>
              <a:t>{{LEFT_2}}</a:t>
            </a:r>
          </a:p>
        </p:txBody>
      </p:sp>
      <p:sp>
        <p:nvSpPr>
          <p:cNvPr id="9" name="Rule"/>
          <p:cNvSpPr/>
          <p:nvPr/>
        </p:nvSpPr>
        <p:spPr>
          <a:xfrm>
            <a:off x="731520" y="4901183"/>
            <a:ext cx="4998567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ft 3"/>
          <p:cNvSpPr txBox="1"/>
          <p:nvPr/>
        </p:nvSpPr>
        <p:spPr>
          <a:xfrm>
            <a:off x="731520" y="5084064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4B443B"/>
                </a:solidFill>
                <a:latin typeface="Georgia"/>
                <a:cs typeface="Georgia"/>
              </a:rPr>
              <a:t>{{LEFT_3}}</a:t>
            </a:r>
          </a:p>
        </p:txBody>
      </p:sp>
      <p:sp>
        <p:nvSpPr>
          <p:cNvPr id="11" name="Right title"/>
          <p:cNvSpPr txBox="1"/>
          <p:nvPr/>
        </p:nvSpPr>
        <p:spPr>
          <a:xfrm>
            <a:off x="6461607" y="2286000"/>
            <a:ext cx="499856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1" spc="-52">
                <a:solidFill>
                  <a:srgbClr val="8C2F22"/>
                </a:solidFill>
                <a:latin typeface="Georgia"/>
                <a:cs typeface="Georgia"/>
              </a:rPr>
              <a:t>{{RIGHT_TITLE}}</a:t>
            </a:r>
          </a:p>
        </p:txBody>
      </p:sp>
      <p:sp>
        <p:nvSpPr>
          <p:cNvPr id="12" name="Rule"/>
          <p:cNvSpPr/>
          <p:nvPr/>
        </p:nvSpPr>
        <p:spPr>
          <a:xfrm>
            <a:off x="6461607" y="3035808"/>
            <a:ext cx="4998567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ight 1"/>
          <p:cNvSpPr txBox="1"/>
          <p:nvPr/>
        </p:nvSpPr>
        <p:spPr>
          <a:xfrm>
            <a:off x="6461607" y="3218688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4B443B"/>
                </a:solidFill>
                <a:latin typeface="Georgia"/>
                <a:cs typeface="Georgia"/>
              </a:rPr>
              <a:t>{{RIGHT_1}}</a:t>
            </a:r>
          </a:p>
        </p:txBody>
      </p:sp>
      <p:sp>
        <p:nvSpPr>
          <p:cNvPr id="14" name="Rule"/>
          <p:cNvSpPr/>
          <p:nvPr/>
        </p:nvSpPr>
        <p:spPr>
          <a:xfrm>
            <a:off x="6461607" y="3968496"/>
            <a:ext cx="4998567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ight 2"/>
          <p:cNvSpPr txBox="1"/>
          <p:nvPr/>
        </p:nvSpPr>
        <p:spPr>
          <a:xfrm>
            <a:off x="6461607" y="4151376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4B443B"/>
                </a:solidFill>
                <a:latin typeface="Georgia"/>
                <a:cs typeface="Georgia"/>
              </a:rPr>
              <a:t>{{RIGHT_2}}</a:t>
            </a:r>
          </a:p>
        </p:txBody>
      </p:sp>
      <p:sp>
        <p:nvSpPr>
          <p:cNvPr id="16" name="Rule"/>
          <p:cNvSpPr/>
          <p:nvPr/>
        </p:nvSpPr>
        <p:spPr>
          <a:xfrm>
            <a:off x="6461607" y="4901183"/>
            <a:ext cx="4998567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ight 3"/>
          <p:cNvSpPr txBox="1"/>
          <p:nvPr/>
        </p:nvSpPr>
        <p:spPr>
          <a:xfrm>
            <a:off x="6461607" y="5084064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4B443B"/>
                </a:solidFill>
                <a:latin typeface="Georgia"/>
                <a:cs typeface="Georgia"/>
              </a:rPr>
              <a:t>{{RIGHT_3}}</a:t>
            </a:r>
          </a:p>
        </p:txBody>
      </p:sp>
      <p:sp>
        <p:nvSpPr>
          <p:cNvPr id="18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20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44805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 spc="-80">
                <a:solidFill>
                  <a:srgbClr val="1F1B16"/>
                </a:solidFill>
                <a:latin typeface="Georgia"/>
                <a:cs typeface="Georgia"/>
              </a:rPr>
              <a:t>{{LIST_TITLE}}</a:t>
            </a:r>
          </a:p>
        </p:txBody>
      </p:sp>
      <p:sp>
        <p:nvSpPr>
          <p:cNvPr id="4" name="Intro"/>
          <p:cNvSpPr txBox="1"/>
          <p:nvPr/>
        </p:nvSpPr>
        <p:spPr>
          <a:xfrm>
            <a:off x="731520" y="2880360"/>
            <a:ext cx="4206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B443B"/>
                </a:solidFill>
                <a:latin typeface="Georgia"/>
                <a:cs typeface="Georgia"/>
              </a:rPr>
              <a:t>{{LIST_INTRO}}</a:t>
            </a:r>
          </a:p>
        </p:txBody>
      </p:sp>
      <p:sp>
        <p:nvSpPr>
          <p:cNvPr id="5" name="Rule"/>
          <p:cNvSpPr/>
          <p:nvPr/>
        </p:nvSpPr>
        <p:spPr>
          <a:xfrm>
            <a:off x="5760720" y="822960"/>
            <a:ext cx="10058" cy="4937760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st"/>
          <p:cNvSpPr txBox="1"/>
          <p:nvPr/>
        </p:nvSpPr>
        <p:spPr>
          <a:xfrm>
            <a:off x="6355080" y="822960"/>
            <a:ext cx="51206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8C2F22"/>
              </a:buClr>
              <a:buFont typeface="Segoe UI Semibold"/>
              <a:buChar char="—"/>
            </a:pPr>
            <a:r>
              <a:rPr sz="2000" b="0" i="0">
                <a:solidFill>
                  <a:srgbClr val="1F1B16"/>
                </a:solidFill>
                <a:latin typeface="Georgia"/>
                <a:cs typeface="Georgia"/>
              </a:rPr>
              <a:t>{{LIST_1}}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8C2F22"/>
              </a:buClr>
              <a:buFont typeface="Segoe UI Semibold"/>
              <a:buChar char="—"/>
            </a:pPr>
            <a:r>
              <a:rPr sz="2000" b="0" i="0">
                <a:solidFill>
                  <a:srgbClr val="1F1B16"/>
                </a:solidFill>
                <a:latin typeface="Georgia"/>
                <a:cs typeface="Georgia"/>
              </a:rPr>
              <a:t>{{LIST_2}}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8C2F22"/>
              </a:buClr>
              <a:buFont typeface="Segoe UI Semibold"/>
              <a:buChar char="—"/>
            </a:pPr>
            <a:r>
              <a:rPr sz="2000" b="0" i="0">
                <a:solidFill>
                  <a:srgbClr val="1F1B16"/>
                </a:solidFill>
                <a:latin typeface="Georgia"/>
                <a:cs typeface="Georgia"/>
              </a:rPr>
              <a:t>{{LIST_3}}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8C2F22"/>
              </a:buClr>
              <a:buFont typeface="Segoe UI Semibold"/>
              <a:buChar char="—"/>
            </a:pPr>
            <a:r>
              <a:rPr sz="2000" b="0" i="0">
                <a:solidFill>
                  <a:srgbClr val="1F1B16"/>
                </a:solidFill>
                <a:latin typeface="Georgia"/>
                <a:cs typeface="Georgia"/>
              </a:rPr>
              <a:t>{{LIST_4}}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8C2F22"/>
              </a:buClr>
              <a:buFont typeface="Segoe UI Semibold"/>
              <a:buChar char="—"/>
            </a:pPr>
            <a:r>
              <a:rPr sz="2000" b="0" i="0">
                <a:solidFill>
                  <a:srgbClr val="1F1B16"/>
                </a:solidFill>
                <a:latin typeface="Georgia"/>
                <a:cs typeface="Georgia"/>
              </a:rPr>
              <a:t>{{LIST_5}}</a:t>
            </a:r>
          </a:p>
        </p:txBody>
      </p:sp>
      <p:sp>
        <p:nvSpPr>
          <p:cNvPr id="7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9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Quote mark"/>
          <p:cNvSpPr txBox="1"/>
          <p:nvPr/>
        </p:nvSpPr>
        <p:spPr>
          <a:xfrm>
            <a:off x="731520" y="411480"/>
            <a:ext cx="9692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0" i="0">
                <a:solidFill>
                  <a:srgbClr val="8C2F22"/>
                </a:solidFill>
                <a:latin typeface="Georgia"/>
                <a:cs typeface="Georgia"/>
              </a:rPr>
              <a:t>“</a:t>
            </a:r>
          </a:p>
        </p:txBody>
      </p:sp>
      <p:sp>
        <p:nvSpPr>
          <p:cNvPr id="4" name="Quote"/>
          <p:cNvSpPr txBox="1"/>
          <p:nvPr/>
        </p:nvSpPr>
        <p:spPr>
          <a:xfrm>
            <a:off x="731520" y="1828800"/>
            <a:ext cx="96926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0" i="1" spc="-68">
                <a:solidFill>
                  <a:srgbClr val="1F1B16"/>
                </a:solidFill>
                <a:latin typeface="Georgia"/>
                <a:cs typeface="Georgia"/>
              </a:rPr>
              <a:t>{{QUOTE_TEXT}}</a:t>
            </a:r>
          </a:p>
        </p:txBody>
      </p:sp>
      <p:sp>
        <p:nvSpPr>
          <p:cNvPr id="5" name="Rule"/>
          <p:cNvSpPr/>
          <p:nvPr/>
        </p:nvSpPr>
        <p:spPr>
          <a:xfrm>
            <a:off x="731520" y="4983480"/>
            <a:ext cx="822960" cy="22860"/>
          </a:xfrm>
          <a:prstGeom prst="rect">
            <a:avLst/>
          </a:prstGeom>
          <a:solidFill>
            <a:srgbClr val="8C2F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ote author"/>
          <p:cNvSpPr txBox="1"/>
          <p:nvPr/>
        </p:nvSpPr>
        <p:spPr>
          <a:xfrm>
            <a:off x="731520" y="521208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F1B16"/>
                </a:solidFill>
                <a:latin typeface="Georgia"/>
                <a:cs typeface="Georgia"/>
              </a:rPr>
              <a:t>{{QUOTE_AUTHOR}}</a:t>
            </a:r>
          </a:p>
        </p:txBody>
      </p:sp>
      <p:sp>
        <p:nvSpPr>
          <p:cNvPr id="7" name="Quote role"/>
          <p:cNvSpPr txBox="1"/>
          <p:nvPr/>
        </p:nvSpPr>
        <p:spPr>
          <a:xfrm>
            <a:off x="731520" y="5559552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F665A"/>
                </a:solidFill>
                <a:latin typeface="Georgia"/>
                <a:cs typeface="Georgia"/>
              </a:rPr>
              <a:t>{{QUOTE_ROLE}}</a:t>
            </a:r>
          </a:p>
        </p:txBody>
      </p:sp>
      <p:sp>
        <p:nvSpPr>
          <p:cNvPr id="8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10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 spc="-80">
                <a:solidFill>
                  <a:srgbClr val="1F1B16"/>
                </a:solidFill>
                <a:latin typeface="Georgia"/>
                <a:cs typeface="Georgia"/>
              </a:rPr>
              <a:t>{{OPTIONS_TITLE}}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2331720"/>
            <a:ext cx="3301898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ption 1 name"/>
          <p:cNvSpPr txBox="1"/>
          <p:nvPr/>
        </p:nvSpPr>
        <p:spPr>
          <a:xfrm>
            <a:off x="731520" y="2578608"/>
            <a:ext cx="330189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1" spc="-56">
                <a:solidFill>
                  <a:srgbClr val="1F1B16"/>
                </a:solidFill>
                <a:latin typeface="Georgia"/>
                <a:cs typeface="Georgia"/>
              </a:rPr>
              <a:t>{{OPTION_1_NAME}}</a:t>
            </a:r>
          </a:p>
        </p:txBody>
      </p:sp>
      <p:sp>
        <p:nvSpPr>
          <p:cNvPr id="6" name="Option 1 price"/>
          <p:cNvSpPr txBox="1"/>
          <p:nvPr/>
        </p:nvSpPr>
        <p:spPr>
          <a:xfrm>
            <a:off x="731520" y="3182112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8C2F22"/>
                </a:solidFill>
                <a:latin typeface="Georgia"/>
                <a:cs typeface="Georgia"/>
              </a:rPr>
              <a:t>{{OPTION_1_PRICE}}</a:t>
            </a:r>
          </a:p>
        </p:txBody>
      </p:sp>
      <p:sp>
        <p:nvSpPr>
          <p:cNvPr id="7" name="Option 1 text"/>
          <p:cNvSpPr txBox="1"/>
          <p:nvPr/>
        </p:nvSpPr>
        <p:spPr>
          <a:xfrm>
            <a:off x="731520" y="3730752"/>
            <a:ext cx="321045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4B443B"/>
                </a:solidFill>
                <a:latin typeface="Georgia"/>
                <a:cs typeface="Georgia"/>
              </a:rPr>
              <a:t>{{OPTION_1_TEXT}}</a:t>
            </a:r>
          </a:p>
        </p:txBody>
      </p:sp>
      <p:sp>
        <p:nvSpPr>
          <p:cNvPr id="8" name="Rule"/>
          <p:cNvSpPr/>
          <p:nvPr/>
        </p:nvSpPr>
        <p:spPr>
          <a:xfrm>
            <a:off x="4444898" y="2331720"/>
            <a:ext cx="3301898" cy="27432"/>
          </a:xfrm>
          <a:prstGeom prst="rect">
            <a:avLst/>
          </a:prstGeom>
          <a:solidFill>
            <a:srgbClr val="8C2F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ption 2 name"/>
          <p:cNvSpPr txBox="1"/>
          <p:nvPr/>
        </p:nvSpPr>
        <p:spPr>
          <a:xfrm>
            <a:off x="4444898" y="2578608"/>
            <a:ext cx="330189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1" spc="-56">
                <a:solidFill>
                  <a:srgbClr val="1F1B16"/>
                </a:solidFill>
                <a:latin typeface="Georgia"/>
                <a:cs typeface="Georgia"/>
              </a:rPr>
              <a:t>{{OPTION_2_NAME}}</a:t>
            </a:r>
          </a:p>
        </p:txBody>
      </p:sp>
      <p:sp>
        <p:nvSpPr>
          <p:cNvPr id="10" name="Option 2 price"/>
          <p:cNvSpPr txBox="1"/>
          <p:nvPr/>
        </p:nvSpPr>
        <p:spPr>
          <a:xfrm>
            <a:off x="4444898" y="3182112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8C2F22"/>
                </a:solidFill>
                <a:latin typeface="Georgia"/>
                <a:cs typeface="Georgia"/>
              </a:rPr>
              <a:t>{{OPTION_2_PRICE}}</a:t>
            </a:r>
          </a:p>
        </p:txBody>
      </p:sp>
      <p:sp>
        <p:nvSpPr>
          <p:cNvPr id="11" name="Option 2 text"/>
          <p:cNvSpPr txBox="1"/>
          <p:nvPr/>
        </p:nvSpPr>
        <p:spPr>
          <a:xfrm>
            <a:off x="4444898" y="3730752"/>
            <a:ext cx="321045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4B443B"/>
                </a:solidFill>
                <a:latin typeface="Georgia"/>
                <a:cs typeface="Georgia"/>
              </a:rPr>
              <a:t>{{OPTION_2_TEXT}}</a:t>
            </a:r>
          </a:p>
        </p:txBody>
      </p:sp>
      <p:sp>
        <p:nvSpPr>
          <p:cNvPr id="12" name="Rule"/>
          <p:cNvSpPr/>
          <p:nvPr/>
        </p:nvSpPr>
        <p:spPr>
          <a:xfrm>
            <a:off x="8158276" y="2331720"/>
            <a:ext cx="3301898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ption 3 name"/>
          <p:cNvSpPr txBox="1"/>
          <p:nvPr/>
        </p:nvSpPr>
        <p:spPr>
          <a:xfrm>
            <a:off x="8158276" y="2578608"/>
            <a:ext cx="330189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1" spc="-56">
                <a:solidFill>
                  <a:srgbClr val="1F1B16"/>
                </a:solidFill>
                <a:latin typeface="Georgia"/>
                <a:cs typeface="Georgia"/>
              </a:rPr>
              <a:t>{{OPTION_3_NAME}}</a:t>
            </a:r>
          </a:p>
        </p:txBody>
      </p:sp>
      <p:sp>
        <p:nvSpPr>
          <p:cNvPr id="14" name="Option 3 price"/>
          <p:cNvSpPr txBox="1"/>
          <p:nvPr/>
        </p:nvSpPr>
        <p:spPr>
          <a:xfrm>
            <a:off x="8158276" y="3182112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8C2F22"/>
                </a:solidFill>
                <a:latin typeface="Georgia"/>
                <a:cs typeface="Georgia"/>
              </a:rPr>
              <a:t>{{OPTION_3_PRICE}}</a:t>
            </a:r>
          </a:p>
        </p:txBody>
      </p:sp>
      <p:sp>
        <p:nvSpPr>
          <p:cNvPr id="15" name="Option 3 text"/>
          <p:cNvSpPr txBox="1"/>
          <p:nvPr/>
        </p:nvSpPr>
        <p:spPr>
          <a:xfrm>
            <a:off x="8158276" y="3730752"/>
            <a:ext cx="321045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4B443B"/>
                </a:solidFill>
                <a:latin typeface="Georgia"/>
                <a:cs typeface="Georgia"/>
              </a:rPr>
              <a:t>{{OPTION_3_TEXT}}</a:t>
            </a:r>
          </a:p>
        </p:txBody>
      </p:sp>
      <p:sp>
        <p:nvSpPr>
          <p:cNvPr id="16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18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 spc="-80">
                <a:solidFill>
                  <a:srgbClr val="1F1B16"/>
                </a:solidFill>
                <a:latin typeface="Georgia"/>
                <a:cs typeface="Georgia"/>
              </a:rPr>
              <a:t>{{SUMMARY_TITLE}}</a:t>
            </a:r>
          </a:p>
        </p:txBody>
      </p:sp>
      <p:sp>
        <p:nvSpPr>
          <p:cNvPr id="4" name="Rule"/>
          <p:cNvSpPr/>
          <p:nvPr/>
        </p:nvSpPr>
        <p:spPr>
          <a:xfrm>
            <a:off x="5760720" y="822960"/>
            <a:ext cx="5699455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ummary 1 mark"/>
          <p:cNvSpPr txBox="1"/>
          <p:nvPr/>
        </p:nvSpPr>
        <p:spPr>
          <a:xfrm>
            <a:off x="5760720" y="100584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 spc="-72">
                <a:solidFill>
                  <a:srgbClr val="8C2F22"/>
                </a:solidFill>
                <a:latin typeface="Georgia"/>
                <a:cs typeface="Georgia"/>
              </a:rPr>
              <a:t>1</a:t>
            </a:r>
          </a:p>
        </p:txBody>
      </p:sp>
      <p:sp>
        <p:nvSpPr>
          <p:cNvPr id="6" name="Summary 1"/>
          <p:cNvSpPr txBox="1"/>
          <p:nvPr/>
        </p:nvSpPr>
        <p:spPr>
          <a:xfrm>
            <a:off x="6355080" y="1042416"/>
            <a:ext cx="5105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F1B16"/>
                </a:solidFill>
                <a:latin typeface="Georgia"/>
                <a:cs typeface="Georgia"/>
              </a:rPr>
              <a:t>{{SUMMARY_1}}</a:t>
            </a:r>
          </a:p>
        </p:txBody>
      </p:sp>
      <p:sp>
        <p:nvSpPr>
          <p:cNvPr id="7" name="Rule"/>
          <p:cNvSpPr/>
          <p:nvPr/>
        </p:nvSpPr>
        <p:spPr>
          <a:xfrm>
            <a:off x="5760720" y="2514600"/>
            <a:ext cx="5699455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ummary 2 mark"/>
          <p:cNvSpPr txBox="1"/>
          <p:nvPr/>
        </p:nvSpPr>
        <p:spPr>
          <a:xfrm>
            <a:off x="5760720" y="269748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 spc="-72">
                <a:solidFill>
                  <a:srgbClr val="8C2F22"/>
                </a:solidFill>
                <a:latin typeface="Georgia"/>
                <a:cs typeface="Georgia"/>
              </a:rPr>
              <a:t>2</a:t>
            </a:r>
          </a:p>
        </p:txBody>
      </p:sp>
      <p:sp>
        <p:nvSpPr>
          <p:cNvPr id="9" name="Summary 2"/>
          <p:cNvSpPr txBox="1"/>
          <p:nvPr/>
        </p:nvSpPr>
        <p:spPr>
          <a:xfrm>
            <a:off x="6355080" y="2734056"/>
            <a:ext cx="5105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F1B16"/>
                </a:solidFill>
                <a:latin typeface="Georgia"/>
                <a:cs typeface="Georgia"/>
              </a:rPr>
              <a:t>{{SUMMARY_2}}</a:t>
            </a:r>
          </a:p>
        </p:txBody>
      </p:sp>
      <p:sp>
        <p:nvSpPr>
          <p:cNvPr id="10" name="Rule"/>
          <p:cNvSpPr/>
          <p:nvPr/>
        </p:nvSpPr>
        <p:spPr>
          <a:xfrm>
            <a:off x="5760720" y="4206240"/>
            <a:ext cx="5699455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ummary 3 mark"/>
          <p:cNvSpPr txBox="1"/>
          <p:nvPr/>
        </p:nvSpPr>
        <p:spPr>
          <a:xfrm>
            <a:off x="5760720" y="438912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 spc="-72">
                <a:solidFill>
                  <a:srgbClr val="8C2F22"/>
                </a:solidFill>
                <a:latin typeface="Georgia"/>
                <a:cs typeface="Georgia"/>
              </a:rPr>
              <a:t>3</a:t>
            </a:r>
          </a:p>
        </p:txBody>
      </p:sp>
      <p:sp>
        <p:nvSpPr>
          <p:cNvPr id="12" name="Summary 3"/>
          <p:cNvSpPr txBox="1"/>
          <p:nvPr/>
        </p:nvSpPr>
        <p:spPr>
          <a:xfrm>
            <a:off x="6355080" y="4425696"/>
            <a:ext cx="5105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F1B16"/>
                </a:solidFill>
                <a:latin typeface="Georgia"/>
                <a:cs typeface="Georgia"/>
              </a:rPr>
              <a:t>{{SUMMARY_3}}</a:t>
            </a:r>
          </a:p>
        </p:txBody>
      </p:sp>
      <p:sp>
        <p:nvSpPr>
          <p:cNvPr id="13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D3C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15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losing title"/>
          <p:cNvSpPr txBox="1"/>
          <p:nvPr/>
        </p:nvSpPr>
        <p:spPr>
          <a:xfrm>
            <a:off x="731520" y="914400"/>
            <a:ext cx="8046720" cy="2743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6200" b="0" i="0" spc="-124">
                <a:solidFill>
                  <a:srgbClr val="1F1B16"/>
                </a:solidFill>
                <a:latin typeface="Georgia"/>
                <a:cs typeface="Georgia"/>
              </a:rPr>
              <a:t>{{CLOSING_TITLE}}</a:t>
            </a:r>
          </a:p>
        </p:txBody>
      </p:sp>
      <p:sp>
        <p:nvSpPr>
          <p:cNvPr id="4" name="Closing text"/>
          <p:cNvSpPr txBox="1"/>
          <p:nvPr/>
        </p:nvSpPr>
        <p:spPr>
          <a:xfrm>
            <a:off x="731520" y="393192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B443B"/>
                </a:solidFill>
                <a:latin typeface="Georgia"/>
                <a:cs typeface="Georgia"/>
              </a:rPr>
              <a:t>{{CLOSING_TEXT}}</a:t>
            </a:r>
          </a:p>
        </p:txBody>
      </p:sp>
      <p:sp>
        <p:nvSpPr>
          <p:cNvPr id="5" name="Contact 1"/>
          <p:cNvSpPr txBox="1"/>
          <p:nvPr/>
        </p:nvSpPr>
        <p:spPr>
          <a:xfrm>
            <a:off x="731520" y="541324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1B16"/>
                </a:solidFill>
                <a:latin typeface="Georgia"/>
                <a:cs typeface="Georgia"/>
              </a:rPr>
              <a:t>{{CONTACT_1}}</a:t>
            </a:r>
          </a:p>
        </p:txBody>
      </p:sp>
      <p:sp>
        <p:nvSpPr>
          <p:cNvPr id="6" name="Contact 2"/>
          <p:cNvSpPr txBox="1"/>
          <p:nvPr/>
        </p:nvSpPr>
        <p:spPr>
          <a:xfrm>
            <a:off x="3127248" y="541324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1B16"/>
                </a:solidFill>
                <a:latin typeface="Georgia"/>
                <a:cs typeface="Georgia"/>
              </a:rPr>
              <a:t>{{CONTACT_2}}</a:t>
            </a:r>
          </a:p>
        </p:txBody>
      </p:sp>
      <p:sp>
        <p:nvSpPr>
          <p:cNvPr id="7" name="Contact 3"/>
          <p:cNvSpPr txBox="1"/>
          <p:nvPr/>
        </p:nvSpPr>
        <p:spPr>
          <a:xfrm>
            <a:off x="5522976" y="541324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1B16"/>
                </a:solidFill>
                <a:latin typeface="Georgia"/>
                <a:cs typeface="Georgia"/>
              </a:rPr>
              <a:t>{{CONTACT_3}}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9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F665A"/>
                </a:solidFill>
                <a:latin typeface="Segoe UI Semibold"/>
                <a:cs typeface="Segoe UI Semibold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