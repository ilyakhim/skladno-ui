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ooter"/>
          <p:cNvSpPr txBox="1"/>
          <p:nvPr/>
        </p:nvSpPr>
        <p:spPr>
          <a:xfrm>
            <a:off x="731520" y="65836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5B3DF5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731520" y="1005840"/>
            <a:ext cx="7863840" cy="34747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7200" b="0" i="0" spc="-144">
                <a:solidFill>
                  <a:srgbClr val="17153A"/>
                </a:solidFill>
                <a:latin typeface="Segoe UI Light"/>
                <a:cs typeface="Segoe UI Light"/>
              </a:rPr>
              <a:t>{{TITLE}}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4754880"/>
            <a:ext cx="822960" cy="22860"/>
          </a:xfrm>
          <a:prstGeom prst="rect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ubtitle"/>
          <p:cNvSpPr txBox="1"/>
          <p:nvPr/>
        </p:nvSpPr>
        <p:spPr>
          <a:xfrm>
            <a:off x="731520" y="4983480"/>
            <a:ext cx="6217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46435F"/>
                </a:solidFill>
                <a:latin typeface="Segoe UI"/>
                <a:cs typeface="Segoe UI"/>
              </a:rPr>
              <a:t>{{SUBTITLE}}</a:t>
            </a:r>
          </a:p>
        </p:txBody>
      </p:sp>
      <p:sp>
        <p:nvSpPr>
          <p:cNvPr id="7" name="Author"/>
          <p:cNvSpPr txBox="1"/>
          <p:nvPr/>
        </p:nvSpPr>
        <p:spPr>
          <a:xfrm>
            <a:off x="731520" y="610819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7647F"/>
                </a:solidFill>
                <a:latin typeface="Segoe UI"/>
                <a:cs typeface="Segoe UI"/>
              </a:rPr>
              <a:t>{{AUTHOR}}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4206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400" b="0" i="0" spc="-88">
                <a:solidFill>
                  <a:srgbClr val="17153A"/>
                </a:solidFill>
                <a:latin typeface="Segoe UI Light"/>
                <a:cs typeface="Segoe UI Light"/>
              </a:rPr>
              <a:t>{{AGENDA_TITLE}}</a:t>
            </a:r>
          </a:p>
        </p:txBody>
      </p:sp>
      <p:sp>
        <p:nvSpPr>
          <p:cNvPr id="4" name="Rule"/>
          <p:cNvSpPr/>
          <p:nvPr/>
        </p:nvSpPr>
        <p:spPr>
          <a:xfrm>
            <a:off x="5394960" y="822960"/>
            <a:ext cx="10058" cy="4937760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genda"/>
          <p:cNvSpPr txBox="1"/>
          <p:nvPr/>
        </p:nvSpPr>
        <p:spPr>
          <a:xfrm>
            <a:off x="5989320" y="786384"/>
            <a:ext cx="54864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5B3DF5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17153A"/>
                </a:solidFill>
                <a:latin typeface="Segoe UI"/>
                <a:cs typeface="Segoe UI"/>
              </a:rPr>
              <a:t>{{AGENDA_1}}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5B3DF5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17153A"/>
                </a:solidFill>
                <a:latin typeface="Segoe UI"/>
                <a:cs typeface="Segoe UI"/>
              </a:rPr>
              <a:t>{{AGENDA_2}}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5B3DF5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17153A"/>
                </a:solidFill>
                <a:latin typeface="Segoe UI"/>
                <a:cs typeface="Segoe UI"/>
              </a:rPr>
              <a:t>{{AGENDA_3}}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5B3DF5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17153A"/>
                </a:solidFill>
                <a:latin typeface="Segoe UI"/>
                <a:cs typeface="Segoe UI"/>
              </a:rPr>
              <a:t>{{AGENDA_4}}</a:t>
            </a:r>
          </a:p>
          <a:p>
            <a:pPr algn="l" marL="457200" indent="-457200">
              <a:lnSpc>
                <a:spcPct val="110000"/>
              </a:lnSpc>
              <a:spcAft>
                <a:spcPts val="2200"/>
              </a:spcAft>
              <a:buClr>
                <a:srgbClr val="5B3DF5"/>
              </a:buClr>
              <a:buFont typeface="Segoe UI Semibold"/>
              <a:buAutoNum type="arabicPeriod"/>
            </a:pPr>
            <a:r>
              <a:rPr sz="2400" b="0" i="0">
                <a:solidFill>
                  <a:srgbClr val="17153A"/>
                </a:solidFill>
                <a:latin typeface="Segoe UI"/>
                <a:cs typeface="Segoe UI"/>
              </a:rPr>
              <a:t>{{AGENDA_5}}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7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tatement"/>
          <p:cNvSpPr txBox="1"/>
          <p:nvPr/>
        </p:nvSpPr>
        <p:spPr>
          <a:xfrm>
            <a:off x="1280160" y="822960"/>
            <a:ext cx="9631375" cy="34290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2000"/>
              </a:lnSpc>
            </a:pPr>
            <a:r>
              <a:rPr sz="4600" b="0" i="0" spc="-92">
                <a:solidFill>
                  <a:srgbClr val="17153A"/>
                </a:solidFill>
                <a:latin typeface="Segoe UI Light"/>
                <a:cs typeface="Segoe UI Light"/>
              </a:rPr>
              <a:t>{{STATEMENT}}</a:t>
            </a:r>
          </a:p>
        </p:txBody>
      </p:sp>
      <p:sp>
        <p:nvSpPr>
          <p:cNvPr id="4" name="Rule"/>
          <p:cNvSpPr/>
          <p:nvPr/>
        </p:nvSpPr>
        <p:spPr>
          <a:xfrm>
            <a:off x="5684367" y="4572000"/>
            <a:ext cx="822960" cy="22860"/>
          </a:xfrm>
          <a:prstGeom prst="rect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Note"/>
          <p:cNvSpPr txBox="1"/>
          <p:nvPr/>
        </p:nvSpPr>
        <p:spPr>
          <a:xfrm>
            <a:off x="2986887" y="4800600"/>
            <a:ext cx="6217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{{STATEMENT_NOTE}}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7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7153A"/>
                </a:solidFill>
                <a:latin typeface="Segoe UI Light"/>
                <a:cs typeface="Segoe UI Light"/>
              </a:rPr>
              <a:t>{{POINTS_TITLE}}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2788920"/>
            <a:ext cx="3301898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ule"/>
          <p:cNvSpPr/>
          <p:nvPr/>
        </p:nvSpPr>
        <p:spPr>
          <a:xfrm>
            <a:off x="731520" y="2788920"/>
            <a:ext cx="548640" cy="27432"/>
          </a:xfrm>
          <a:prstGeom prst="rect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Point 1 title"/>
          <p:cNvSpPr txBox="1"/>
          <p:nvPr/>
        </p:nvSpPr>
        <p:spPr>
          <a:xfrm>
            <a:off x="731520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spc="-48">
                <a:solidFill>
                  <a:srgbClr val="17153A"/>
                </a:solidFill>
                <a:latin typeface="Segoe UI Light"/>
                <a:cs typeface="Segoe UI Light"/>
              </a:rPr>
              <a:t>{{POINT_1_TITLE}}</a:t>
            </a:r>
          </a:p>
        </p:txBody>
      </p:sp>
      <p:sp>
        <p:nvSpPr>
          <p:cNvPr id="7" name="Point 1 text"/>
          <p:cNvSpPr txBox="1"/>
          <p:nvPr/>
        </p:nvSpPr>
        <p:spPr>
          <a:xfrm>
            <a:off x="731520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{{POINT_1_TEXT}}</a:t>
            </a:r>
          </a:p>
        </p:txBody>
      </p:sp>
      <p:sp>
        <p:nvSpPr>
          <p:cNvPr id="8" name="Rule"/>
          <p:cNvSpPr/>
          <p:nvPr/>
        </p:nvSpPr>
        <p:spPr>
          <a:xfrm>
            <a:off x="4444898" y="2788920"/>
            <a:ext cx="3301898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ule"/>
          <p:cNvSpPr/>
          <p:nvPr/>
        </p:nvSpPr>
        <p:spPr>
          <a:xfrm>
            <a:off x="4444898" y="2788920"/>
            <a:ext cx="548640" cy="27432"/>
          </a:xfrm>
          <a:prstGeom prst="rect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oint 2 title"/>
          <p:cNvSpPr txBox="1"/>
          <p:nvPr/>
        </p:nvSpPr>
        <p:spPr>
          <a:xfrm>
            <a:off x="4444898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spc="-48">
                <a:solidFill>
                  <a:srgbClr val="17153A"/>
                </a:solidFill>
                <a:latin typeface="Segoe UI Light"/>
                <a:cs typeface="Segoe UI Light"/>
              </a:rPr>
              <a:t>{{POINT_2_TITLE}}</a:t>
            </a:r>
          </a:p>
        </p:txBody>
      </p:sp>
      <p:sp>
        <p:nvSpPr>
          <p:cNvPr id="11" name="Point 2 text"/>
          <p:cNvSpPr txBox="1"/>
          <p:nvPr/>
        </p:nvSpPr>
        <p:spPr>
          <a:xfrm>
            <a:off x="4444898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{{POINT_2_TEXT}}</a:t>
            </a:r>
          </a:p>
        </p:txBody>
      </p:sp>
      <p:sp>
        <p:nvSpPr>
          <p:cNvPr id="12" name="Rule"/>
          <p:cNvSpPr/>
          <p:nvPr/>
        </p:nvSpPr>
        <p:spPr>
          <a:xfrm>
            <a:off x="8158276" y="2788920"/>
            <a:ext cx="3301898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ule"/>
          <p:cNvSpPr/>
          <p:nvPr/>
        </p:nvSpPr>
        <p:spPr>
          <a:xfrm>
            <a:off x="8158276" y="2788920"/>
            <a:ext cx="548640" cy="27432"/>
          </a:xfrm>
          <a:prstGeom prst="rect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Point 3 title"/>
          <p:cNvSpPr txBox="1"/>
          <p:nvPr/>
        </p:nvSpPr>
        <p:spPr>
          <a:xfrm>
            <a:off x="8158276" y="3035808"/>
            <a:ext cx="330189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 spc="-48">
                <a:solidFill>
                  <a:srgbClr val="17153A"/>
                </a:solidFill>
                <a:latin typeface="Segoe UI Light"/>
                <a:cs typeface="Segoe UI Light"/>
              </a:rPr>
              <a:t>{{POINT_3_TITLE}}</a:t>
            </a:r>
          </a:p>
        </p:txBody>
      </p:sp>
      <p:sp>
        <p:nvSpPr>
          <p:cNvPr id="15" name="Point 3 text"/>
          <p:cNvSpPr txBox="1"/>
          <p:nvPr/>
        </p:nvSpPr>
        <p:spPr>
          <a:xfrm>
            <a:off x="8158276" y="3977639"/>
            <a:ext cx="32104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{{POINT_3_TEXT}}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7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7153A"/>
                </a:solidFill>
                <a:latin typeface="Segoe UI Light"/>
                <a:cs typeface="Segoe UI Light"/>
              </a:rPr>
              <a:t>{{NUMBERS_TITLE}}</a:t>
            </a:r>
          </a:p>
        </p:txBody>
      </p:sp>
      <p:sp>
        <p:nvSpPr>
          <p:cNvPr id="4" name="Panel"/>
          <p:cNvSpPr/>
          <p:nvPr/>
        </p:nvSpPr>
        <p:spPr>
          <a:xfrm>
            <a:off x="731520" y="2331720"/>
            <a:ext cx="3301898" cy="3063240"/>
          </a:xfrm>
          <a:prstGeom prst="roundRect">
            <a:avLst>
              <a:gd name="adj" fmla="val 4179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Number 1 value"/>
          <p:cNvSpPr txBox="1"/>
          <p:nvPr/>
        </p:nvSpPr>
        <p:spPr>
          <a:xfrm>
            <a:off x="1097280" y="2560320"/>
            <a:ext cx="2753258" cy="11887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800" b="0" i="0" spc="-204">
                <a:solidFill>
                  <a:srgbClr val="5B3DF5"/>
                </a:solidFill>
                <a:latin typeface="Segoe UI Light"/>
                <a:cs typeface="Segoe UI Light"/>
              </a:rPr>
              <a:t>{{NUM_1_VALUE}}</a:t>
            </a:r>
          </a:p>
        </p:txBody>
      </p:sp>
      <p:sp>
        <p:nvSpPr>
          <p:cNvPr id="6" name="Number 1 text"/>
          <p:cNvSpPr txBox="1"/>
          <p:nvPr/>
        </p:nvSpPr>
        <p:spPr>
          <a:xfrm>
            <a:off x="1097280" y="4023360"/>
            <a:ext cx="25703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{{NUM_1_TEXT}}</a:t>
            </a:r>
          </a:p>
        </p:txBody>
      </p:sp>
      <p:sp>
        <p:nvSpPr>
          <p:cNvPr id="7" name="Panel"/>
          <p:cNvSpPr/>
          <p:nvPr/>
        </p:nvSpPr>
        <p:spPr>
          <a:xfrm>
            <a:off x="4444898" y="2331720"/>
            <a:ext cx="3301898" cy="3063240"/>
          </a:xfrm>
          <a:prstGeom prst="roundRect">
            <a:avLst>
              <a:gd name="adj" fmla="val 4179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8" name="Number 2 value"/>
          <p:cNvSpPr txBox="1"/>
          <p:nvPr/>
        </p:nvSpPr>
        <p:spPr>
          <a:xfrm>
            <a:off x="4810658" y="2560320"/>
            <a:ext cx="2753258" cy="11887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800" b="0" i="0" spc="-204">
                <a:solidFill>
                  <a:srgbClr val="5B3DF5"/>
                </a:solidFill>
                <a:latin typeface="Segoe UI Light"/>
                <a:cs typeface="Segoe UI Light"/>
              </a:rPr>
              <a:t>{{NUM_2_VALUE}}</a:t>
            </a:r>
          </a:p>
        </p:txBody>
      </p:sp>
      <p:sp>
        <p:nvSpPr>
          <p:cNvPr id="9" name="Number 2 text"/>
          <p:cNvSpPr txBox="1"/>
          <p:nvPr/>
        </p:nvSpPr>
        <p:spPr>
          <a:xfrm>
            <a:off x="4810658" y="4023360"/>
            <a:ext cx="25703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{{NUM_2_TEXT}}</a:t>
            </a:r>
          </a:p>
        </p:txBody>
      </p:sp>
      <p:sp>
        <p:nvSpPr>
          <p:cNvPr id="10" name="Panel"/>
          <p:cNvSpPr/>
          <p:nvPr/>
        </p:nvSpPr>
        <p:spPr>
          <a:xfrm>
            <a:off x="8158276" y="2331720"/>
            <a:ext cx="3301898" cy="3063240"/>
          </a:xfrm>
          <a:prstGeom prst="roundRect">
            <a:avLst>
              <a:gd name="adj" fmla="val 4179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Number 3 value"/>
          <p:cNvSpPr txBox="1"/>
          <p:nvPr/>
        </p:nvSpPr>
        <p:spPr>
          <a:xfrm>
            <a:off x="8524036" y="2560320"/>
            <a:ext cx="2753258" cy="11887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800" b="0" i="0" spc="-204">
                <a:solidFill>
                  <a:srgbClr val="5B3DF5"/>
                </a:solidFill>
                <a:latin typeface="Segoe UI Light"/>
                <a:cs typeface="Segoe UI Light"/>
              </a:rPr>
              <a:t>{{NUM_3_VALUE}}</a:t>
            </a:r>
          </a:p>
        </p:txBody>
      </p:sp>
      <p:sp>
        <p:nvSpPr>
          <p:cNvPr id="12" name="Number 3 text"/>
          <p:cNvSpPr txBox="1"/>
          <p:nvPr/>
        </p:nvSpPr>
        <p:spPr>
          <a:xfrm>
            <a:off x="8524036" y="4023360"/>
            <a:ext cx="257037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{{NUM_3_TEXT}}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4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ection title"/>
          <p:cNvSpPr txBox="1"/>
          <p:nvPr/>
        </p:nvSpPr>
        <p:spPr>
          <a:xfrm>
            <a:off x="1097280" y="1005840"/>
            <a:ext cx="9997135" cy="3200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4000"/>
              </a:lnSpc>
            </a:pPr>
            <a:r>
              <a:rPr sz="5600" b="0" i="0" spc="-112">
                <a:solidFill>
                  <a:srgbClr val="FFFFFF"/>
                </a:solidFill>
                <a:latin typeface="Segoe UI Light"/>
                <a:cs typeface="Segoe UI Light"/>
              </a:rPr>
              <a:t>{{SECTION_TITLE}}</a:t>
            </a:r>
          </a:p>
        </p:txBody>
      </p:sp>
      <p:sp>
        <p:nvSpPr>
          <p:cNvPr id="4" name="Rule"/>
          <p:cNvSpPr/>
          <p:nvPr/>
        </p:nvSpPr>
        <p:spPr>
          <a:xfrm>
            <a:off x="5684367" y="4526280"/>
            <a:ext cx="822960" cy="27432"/>
          </a:xfrm>
          <a:prstGeom prst="rect">
            <a:avLst/>
          </a:prstGeom>
          <a:solidFill>
            <a:srgbClr val="B9A8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ection text"/>
          <p:cNvSpPr txBox="1"/>
          <p:nvPr/>
        </p:nvSpPr>
        <p:spPr>
          <a:xfrm>
            <a:off x="3078327" y="4754880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 i="0">
                <a:solidFill>
                  <a:srgbClr val="CFCCEE"/>
                </a:solidFill>
                <a:latin typeface="Segoe UI"/>
                <a:cs typeface="Segoe UI"/>
              </a:rPr>
              <a:t>{{SECTION_TEXT}}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A9A5D3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7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A9A5D3"/>
                </a:solidFill>
                <a:latin typeface="Segoe UI Semibold"/>
                <a:cs typeface="Segoe UI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7153A"/>
                </a:solidFill>
                <a:latin typeface="Segoe UI Light"/>
                <a:cs typeface="Segoe UI Light"/>
              </a:rPr>
              <a:t>{{TIMELINE_TITLE}}</a:t>
            </a:r>
          </a:p>
        </p:txBody>
      </p:sp>
      <p:sp>
        <p:nvSpPr>
          <p:cNvPr id="4" name="Rule"/>
          <p:cNvSpPr/>
          <p:nvPr/>
        </p:nvSpPr>
        <p:spPr>
          <a:xfrm>
            <a:off x="731520" y="3310128"/>
            <a:ext cx="10728655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tep 1 mark"/>
          <p:cNvSpPr txBox="1"/>
          <p:nvPr/>
        </p:nvSpPr>
        <p:spPr>
          <a:xfrm>
            <a:off x="731520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5B3DF5"/>
                </a:solidFill>
                <a:latin typeface="Segoe UI Light"/>
                <a:cs typeface="Segoe UI Light"/>
              </a:rPr>
              <a:t>{{STEP_1_MARK}}</a:t>
            </a:r>
          </a:p>
        </p:txBody>
      </p:sp>
      <p:sp>
        <p:nvSpPr>
          <p:cNvPr id="6" name="Dot"/>
          <p:cNvSpPr/>
          <p:nvPr/>
        </p:nvSpPr>
        <p:spPr>
          <a:xfrm>
            <a:off x="731520" y="3255721"/>
            <a:ext cx="118872" cy="118872"/>
          </a:xfrm>
          <a:prstGeom prst="ellipse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ep 1 title"/>
          <p:cNvSpPr txBox="1"/>
          <p:nvPr/>
        </p:nvSpPr>
        <p:spPr>
          <a:xfrm>
            <a:off x="731520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42">
                <a:solidFill>
                  <a:srgbClr val="17153A"/>
                </a:solidFill>
                <a:latin typeface="Segoe UI Light"/>
                <a:cs typeface="Segoe UI Light"/>
              </a:rPr>
              <a:t>{{STEP_1_TITLE}}</a:t>
            </a:r>
          </a:p>
        </p:txBody>
      </p:sp>
      <p:sp>
        <p:nvSpPr>
          <p:cNvPr id="8" name="Step 1 text"/>
          <p:cNvSpPr txBox="1"/>
          <p:nvPr/>
        </p:nvSpPr>
        <p:spPr>
          <a:xfrm>
            <a:off x="731520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46435F"/>
                </a:solidFill>
                <a:latin typeface="Segoe UI"/>
                <a:cs typeface="Segoe UI"/>
              </a:rPr>
              <a:t>{{STEP_1_TEXT}}</a:t>
            </a:r>
          </a:p>
        </p:txBody>
      </p:sp>
      <p:sp>
        <p:nvSpPr>
          <p:cNvPr id="9" name="Step 2 mark"/>
          <p:cNvSpPr txBox="1"/>
          <p:nvPr/>
        </p:nvSpPr>
        <p:spPr>
          <a:xfrm>
            <a:off x="3505123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5B3DF5"/>
                </a:solidFill>
                <a:latin typeface="Segoe UI Light"/>
                <a:cs typeface="Segoe UI Light"/>
              </a:rPr>
              <a:t>{{STEP_2_MARK}}</a:t>
            </a:r>
          </a:p>
        </p:txBody>
      </p:sp>
      <p:sp>
        <p:nvSpPr>
          <p:cNvPr id="10" name="Dot"/>
          <p:cNvSpPr/>
          <p:nvPr/>
        </p:nvSpPr>
        <p:spPr>
          <a:xfrm>
            <a:off x="3505123" y="3255721"/>
            <a:ext cx="118872" cy="118872"/>
          </a:xfrm>
          <a:prstGeom prst="ellipse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tep 2 title"/>
          <p:cNvSpPr txBox="1"/>
          <p:nvPr/>
        </p:nvSpPr>
        <p:spPr>
          <a:xfrm>
            <a:off x="3505123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42">
                <a:solidFill>
                  <a:srgbClr val="17153A"/>
                </a:solidFill>
                <a:latin typeface="Segoe UI Light"/>
                <a:cs typeface="Segoe UI Light"/>
              </a:rPr>
              <a:t>{{STEP_2_TITLE}}</a:t>
            </a:r>
          </a:p>
        </p:txBody>
      </p:sp>
      <p:sp>
        <p:nvSpPr>
          <p:cNvPr id="12" name="Step 2 text"/>
          <p:cNvSpPr txBox="1"/>
          <p:nvPr/>
        </p:nvSpPr>
        <p:spPr>
          <a:xfrm>
            <a:off x="3505123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46435F"/>
                </a:solidFill>
                <a:latin typeface="Segoe UI"/>
                <a:cs typeface="Segoe UI"/>
              </a:rPr>
              <a:t>{{STEP_2_TEXT}}</a:t>
            </a:r>
          </a:p>
        </p:txBody>
      </p:sp>
      <p:sp>
        <p:nvSpPr>
          <p:cNvPr id="13" name="Step 3 mark"/>
          <p:cNvSpPr txBox="1"/>
          <p:nvPr/>
        </p:nvSpPr>
        <p:spPr>
          <a:xfrm>
            <a:off x="6278727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5B3DF5"/>
                </a:solidFill>
                <a:latin typeface="Segoe UI Light"/>
                <a:cs typeface="Segoe UI Light"/>
              </a:rPr>
              <a:t>{{STEP_3_MARK}}</a:t>
            </a:r>
          </a:p>
        </p:txBody>
      </p:sp>
      <p:sp>
        <p:nvSpPr>
          <p:cNvPr id="14" name="Dot"/>
          <p:cNvSpPr/>
          <p:nvPr/>
        </p:nvSpPr>
        <p:spPr>
          <a:xfrm>
            <a:off x="6278727" y="3255721"/>
            <a:ext cx="118872" cy="118872"/>
          </a:xfrm>
          <a:prstGeom prst="ellipse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tep 3 title"/>
          <p:cNvSpPr txBox="1"/>
          <p:nvPr/>
        </p:nvSpPr>
        <p:spPr>
          <a:xfrm>
            <a:off x="6278727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42">
                <a:solidFill>
                  <a:srgbClr val="17153A"/>
                </a:solidFill>
                <a:latin typeface="Segoe UI Light"/>
                <a:cs typeface="Segoe UI Light"/>
              </a:rPr>
              <a:t>{{STEP_3_TITLE}}</a:t>
            </a:r>
          </a:p>
        </p:txBody>
      </p:sp>
      <p:sp>
        <p:nvSpPr>
          <p:cNvPr id="16" name="Step 3 text"/>
          <p:cNvSpPr txBox="1"/>
          <p:nvPr/>
        </p:nvSpPr>
        <p:spPr>
          <a:xfrm>
            <a:off x="6278727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46435F"/>
                </a:solidFill>
                <a:latin typeface="Segoe UI"/>
                <a:cs typeface="Segoe UI"/>
              </a:rPr>
              <a:t>{{STEP_3_TEXT}}</a:t>
            </a:r>
          </a:p>
        </p:txBody>
      </p:sp>
      <p:sp>
        <p:nvSpPr>
          <p:cNvPr id="17" name="Step 4 mark"/>
          <p:cNvSpPr txBox="1"/>
          <p:nvPr/>
        </p:nvSpPr>
        <p:spPr>
          <a:xfrm>
            <a:off x="9052331" y="2395728"/>
            <a:ext cx="2407843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0" i="0" spc="-96">
                <a:solidFill>
                  <a:srgbClr val="5B3DF5"/>
                </a:solidFill>
                <a:latin typeface="Segoe UI Light"/>
                <a:cs typeface="Segoe UI Light"/>
              </a:rPr>
              <a:t>{{STEP_4_MARK}}</a:t>
            </a:r>
          </a:p>
        </p:txBody>
      </p:sp>
      <p:sp>
        <p:nvSpPr>
          <p:cNvPr id="18" name="Dot"/>
          <p:cNvSpPr/>
          <p:nvPr/>
        </p:nvSpPr>
        <p:spPr>
          <a:xfrm>
            <a:off x="9052331" y="3255721"/>
            <a:ext cx="118872" cy="118872"/>
          </a:xfrm>
          <a:prstGeom prst="ellipse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tep 4 title"/>
          <p:cNvSpPr txBox="1"/>
          <p:nvPr/>
        </p:nvSpPr>
        <p:spPr>
          <a:xfrm>
            <a:off x="9052331" y="3584448"/>
            <a:ext cx="231640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 spc="-42">
                <a:solidFill>
                  <a:srgbClr val="17153A"/>
                </a:solidFill>
                <a:latin typeface="Segoe UI Light"/>
                <a:cs typeface="Segoe UI Light"/>
              </a:rPr>
              <a:t>{{STEP_4_TITLE}}</a:t>
            </a:r>
          </a:p>
        </p:txBody>
      </p:sp>
      <p:sp>
        <p:nvSpPr>
          <p:cNvPr id="20" name="Step 4 text"/>
          <p:cNvSpPr txBox="1"/>
          <p:nvPr/>
        </p:nvSpPr>
        <p:spPr>
          <a:xfrm>
            <a:off x="9052331" y="4343400"/>
            <a:ext cx="2270683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46435F"/>
                </a:solidFill>
                <a:latin typeface="Segoe UI"/>
                <a:cs typeface="Segoe UI"/>
              </a:rPr>
              <a:t>{{STEP_4_TEXT}}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22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7153A"/>
                </a:solidFill>
                <a:latin typeface="Segoe UI Light"/>
                <a:cs typeface="Segoe UI Light"/>
              </a:rPr>
              <a:t>{{COMPARE_TITLE}}</a:t>
            </a:r>
          </a:p>
        </p:txBody>
      </p:sp>
      <p:sp>
        <p:nvSpPr>
          <p:cNvPr id="4" name="Left title"/>
          <p:cNvSpPr txBox="1"/>
          <p:nvPr/>
        </p:nvSpPr>
        <p:spPr>
          <a:xfrm>
            <a:off x="731520" y="2286000"/>
            <a:ext cx="49985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 spc="-52">
                <a:solidFill>
                  <a:srgbClr val="5B3DF5"/>
                </a:solidFill>
                <a:latin typeface="Segoe UI Light"/>
                <a:cs typeface="Segoe UI Light"/>
              </a:rPr>
              <a:t>{{LEFT_TITLE}}</a:t>
            </a:r>
          </a:p>
        </p:txBody>
      </p:sp>
      <p:sp>
        <p:nvSpPr>
          <p:cNvPr id="5" name="Rule"/>
          <p:cNvSpPr/>
          <p:nvPr/>
        </p:nvSpPr>
        <p:spPr>
          <a:xfrm>
            <a:off x="731520" y="3035808"/>
            <a:ext cx="4998567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eft 1"/>
          <p:cNvSpPr txBox="1"/>
          <p:nvPr/>
        </p:nvSpPr>
        <p:spPr>
          <a:xfrm>
            <a:off x="731520" y="3218688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{{LEFT_1}}</a:t>
            </a:r>
          </a:p>
        </p:txBody>
      </p:sp>
      <p:sp>
        <p:nvSpPr>
          <p:cNvPr id="7" name="Rule"/>
          <p:cNvSpPr/>
          <p:nvPr/>
        </p:nvSpPr>
        <p:spPr>
          <a:xfrm>
            <a:off x="731520" y="3968496"/>
            <a:ext cx="4998567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Left 2"/>
          <p:cNvSpPr txBox="1"/>
          <p:nvPr/>
        </p:nvSpPr>
        <p:spPr>
          <a:xfrm>
            <a:off x="731520" y="4151376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{{LEFT_2}}</a:t>
            </a:r>
          </a:p>
        </p:txBody>
      </p:sp>
      <p:sp>
        <p:nvSpPr>
          <p:cNvPr id="9" name="Rule"/>
          <p:cNvSpPr/>
          <p:nvPr/>
        </p:nvSpPr>
        <p:spPr>
          <a:xfrm>
            <a:off x="731520" y="4901183"/>
            <a:ext cx="4998567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Left 3"/>
          <p:cNvSpPr txBox="1"/>
          <p:nvPr/>
        </p:nvSpPr>
        <p:spPr>
          <a:xfrm>
            <a:off x="731520" y="5084064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{{LEFT_3}}</a:t>
            </a:r>
          </a:p>
        </p:txBody>
      </p:sp>
      <p:sp>
        <p:nvSpPr>
          <p:cNvPr id="11" name="Right title"/>
          <p:cNvSpPr txBox="1"/>
          <p:nvPr/>
        </p:nvSpPr>
        <p:spPr>
          <a:xfrm>
            <a:off x="6461607" y="2286000"/>
            <a:ext cx="4998567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 spc="-52">
                <a:solidFill>
                  <a:srgbClr val="5B3DF5"/>
                </a:solidFill>
                <a:latin typeface="Segoe UI Light"/>
                <a:cs typeface="Segoe UI Light"/>
              </a:rPr>
              <a:t>{{RIGHT_TITLE}}</a:t>
            </a:r>
          </a:p>
        </p:txBody>
      </p:sp>
      <p:sp>
        <p:nvSpPr>
          <p:cNvPr id="12" name="Rule"/>
          <p:cNvSpPr/>
          <p:nvPr/>
        </p:nvSpPr>
        <p:spPr>
          <a:xfrm>
            <a:off x="6461607" y="3035808"/>
            <a:ext cx="4998567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ight 1"/>
          <p:cNvSpPr txBox="1"/>
          <p:nvPr/>
        </p:nvSpPr>
        <p:spPr>
          <a:xfrm>
            <a:off x="6461607" y="3218688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{{RIGHT_1}}</a:t>
            </a:r>
          </a:p>
        </p:txBody>
      </p:sp>
      <p:sp>
        <p:nvSpPr>
          <p:cNvPr id="14" name="Rule"/>
          <p:cNvSpPr/>
          <p:nvPr/>
        </p:nvSpPr>
        <p:spPr>
          <a:xfrm>
            <a:off x="6461607" y="3968496"/>
            <a:ext cx="4998567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ight 2"/>
          <p:cNvSpPr txBox="1"/>
          <p:nvPr/>
        </p:nvSpPr>
        <p:spPr>
          <a:xfrm>
            <a:off x="6461607" y="4151376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{{RIGHT_2}}</a:t>
            </a:r>
          </a:p>
        </p:txBody>
      </p:sp>
      <p:sp>
        <p:nvSpPr>
          <p:cNvPr id="16" name="Rule"/>
          <p:cNvSpPr/>
          <p:nvPr/>
        </p:nvSpPr>
        <p:spPr>
          <a:xfrm>
            <a:off x="6461607" y="4901183"/>
            <a:ext cx="4998567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ight 3"/>
          <p:cNvSpPr txBox="1"/>
          <p:nvPr/>
        </p:nvSpPr>
        <p:spPr>
          <a:xfrm>
            <a:off x="6461607" y="5084064"/>
            <a:ext cx="4815687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{{RIGHT_3}}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9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7153A"/>
                </a:solidFill>
                <a:latin typeface="Segoe UI Light"/>
                <a:cs typeface="Segoe UI Light"/>
              </a:rPr>
              <a:t>{{LIST_TITLE}}</a:t>
            </a:r>
          </a:p>
        </p:txBody>
      </p:sp>
      <p:sp>
        <p:nvSpPr>
          <p:cNvPr id="4" name="Intro"/>
          <p:cNvSpPr txBox="1"/>
          <p:nvPr/>
        </p:nvSpPr>
        <p:spPr>
          <a:xfrm>
            <a:off x="731520" y="2880360"/>
            <a:ext cx="4206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{{LIST_INTRO}}</a:t>
            </a:r>
          </a:p>
        </p:txBody>
      </p:sp>
      <p:sp>
        <p:nvSpPr>
          <p:cNvPr id="5" name="Rule"/>
          <p:cNvSpPr/>
          <p:nvPr/>
        </p:nvSpPr>
        <p:spPr>
          <a:xfrm>
            <a:off x="5760720" y="822960"/>
            <a:ext cx="10058" cy="4937760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List"/>
          <p:cNvSpPr txBox="1"/>
          <p:nvPr/>
        </p:nvSpPr>
        <p:spPr>
          <a:xfrm>
            <a:off x="6355080" y="822960"/>
            <a:ext cx="51206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5B3DF5"/>
              </a:buClr>
              <a:buFont typeface="Segoe UI Semibold"/>
              <a:buChar char="—"/>
            </a:pPr>
            <a:r>
              <a:rPr sz="2000" b="0" i="0">
                <a:solidFill>
                  <a:srgbClr val="17153A"/>
                </a:solidFill>
                <a:latin typeface="Segoe UI"/>
                <a:cs typeface="Segoe UI"/>
              </a:rPr>
              <a:t>{{LIST_1}}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5B3DF5"/>
              </a:buClr>
              <a:buFont typeface="Segoe UI Semibold"/>
              <a:buChar char="—"/>
            </a:pPr>
            <a:r>
              <a:rPr sz="2000" b="0" i="0">
                <a:solidFill>
                  <a:srgbClr val="17153A"/>
                </a:solidFill>
                <a:latin typeface="Segoe UI"/>
                <a:cs typeface="Segoe UI"/>
              </a:rPr>
              <a:t>{{LIST_2}}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5B3DF5"/>
              </a:buClr>
              <a:buFont typeface="Segoe UI Semibold"/>
              <a:buChar char="—"/>
            </a:pPr>
            <a:r>
              <a:rPr sz="2000" b="0" i="0">
                <a:solidFill>
                  <a:srgbClr val="17153A"/>
                </a:solidFill>
                <a:latin typeface="Segoe UI"/>
                <a:cs typeface="Segoe UI"/>
              </a:rPr>
              <a:t>{{LIST_3}}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5B3DF5"/>
              </a:buClr>
              <a:buFont typeface="Segoe UI Semibold"/>
              <a:buChar char="—"/>
            </a:pPr>
            <a:r>
              <a:rPr sz="2000" b="0" i="0">
                <a:solidFill>
                  <a:srgbClr val="17153A"/>
                </a:solidFill>
                <a:latin typeface="Segoe UI"/>
                <a:cs typeface="Segoe UI"/>
              </a:rPr>
              <a:t>{{LIST_4}}</a:t>
            </a:r>
          </a:p>
          <a:p>
            <a:pPr algn="l" marL="347472" indent="-347472">
              <a:lnSpc>
                <a:spcPct val="110000"/>
              </a:lnSpc>
              <a:spcAft>
                <a:spcPts val="2000"/>
              </a:spcAft>
              <a:buClr>
                <a:srgbClr val="5B3DF5"/>
              </a:buClr>
              <a:buFont typeface="Segoe UI Semibold"/>
              <a:buChar char="—"/>
            </a:pPr>
            <a:r>
              <a:rPr sz="2000" b="0" i="0">
                <a:solidFill>
                  <a:srgbClr val="17153A"/>
                </a:solidFill>
                <a:latin typeface="Segoe UI"/>
                <a:cs typeface="Segoe UI"/>
              </a:rPr>
              <a:t>{{LIST_5}}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Quote mark"/>
          <p:cNvSpPr txBox="1"/>
          <p:nvPr/>
        </p:nvSpPr>
        <p:spPr>
          <a:xfrm>
            <a:off x="1280160" y="411480"/>
            <a:ext cx="963137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0" b="0" i="0">
                <a:solidFill>
                  <a:srgbClr val="5B3DF5"/>
                </a:solidFill>
                <a:latin typeface="Georgia"/>
                <a:cs typeface="Georgia"/>
              </a:rPr>
              <a:t>“</a:t>
            </a:r>
          </a:p>
        </p:txBody>
      </p:sp>
      <p:sp>
        <p:nvSpPr>
          <p:cNvPr id="4" name="Quote"/>
          <p:cNvSpPr txBox="1"/>
          <p:nvPr/>
        </p:nvSpPr>
        <p:spPr>
          <a:xfrm>
            <a:off x="1280160" y="1828800"/>
            <a:ext cx="9631375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400" b="0" i="0" spc="-68">
                <a:solidFill>
                  <a:srgbClr val="17153A"/>
                </a:solidFill>
                <a:latin typeface="Segoe UI Light"/>
                <a:cs typeface="Segoe UI Light"/>
              </a:rPr>
              <a:t>{{QUOTE_TEXT}}</a:t>
            </a:r>
          </a:p>
        </p:txBody>
      </p:sp>
      <p:sp>
        <p:nvSpPr>
          <p:cNvPr id="5" name="Rule"/>
          <p:cNvSpPr/>
          <p:nvPr/>
        </p:nvSpPr>
        <p:spPr>
          <a:xfrm>
            <a:off x="5684367" y="4983480"/>
            <a:ext cx="822960" cy="22860"/>
          </a:xfrm>
          <a:prstGeom prst="rect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Quote author"/>
          <p:cNvSpPr txBox="1"/>
          <p:nvPr/>
        </p:nvSpPr>
        <p:spPr>
          <a:xfrm>
            <a:off x="1280160" y="5212080"/>
            <a:ext cx="96313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17153A"/>
                </a:solidFill>
                <a:latin typeface="Segoe UI"/>
                <a:cs typeface="Segoe UI"/>
              </a:rPr>
              <a:t>{{QUOTE_AUTHOR}}</a:t>
            </a:r>
          </a:p>
        </p:txBody>
      </p:sp>
      <p:sp>
        <p:nvSpPr>
          <p:cNvPr id="7" name="Quote role"/>
          <p:cNvSpPr txBox="1"/>
          <p:nvPr/>
        </p:nvSpPr>
        <p:spPr>
          <a:xfrm>
            <a:off x="1280160" y="5559552"/>
            <a:ext cx="96313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7647F"/>
                </a:solidFill>
                <a:latin typeface="Segoe UI"/>
                <a:cs typeface="Segoe UI"/>
              </a:rPr>
              <a:t>{{QUOTE_ROLE}}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9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8961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7153A"/>
                </a:solidFill>
                <a:latin typeface="Segoe UI Light"/>
                <a:cs typeface="Segoe UI Light"/>
              </a:rPr>
              <a:t>{{OPTIONS_TITLE}}</a:t>
            </a:r>
          </a:p>
        </p:txBody>
      </p:sp>
      <p:sp>
        <p:nvSpPr>
          <p:cNvPr id="4" name="Panel"/>
          <p:cNvSpPr/>
          <p:nvPr/>
        </p:nvSpPr>
        <p:spPr>
          <a:xfrm>
            <a:off x="731520" y="2194560"/>
            <a:ext cx="3393338" cy="3703320"/>
          </a:xfrm>
          <a:prstGeom prst="roundRect">
            <a:avLst>
              <a:gd name="adj" fmla="val 3772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5" name="Option 1 name"/>
          <p:cNvSpPr txBox="1"/>
          <p:nvPr/>
        </p:nvSpPr>
        <p:spPr>
          <a:xfrm>
            <a:off x="1097280" y="2578608"/>
            <a:ext cx="266181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spc="-56">
                <a:solidFill>
                  <a:srgbClr val="17153A"/>
                </a:solidFill>
                <a:latin typeface="Segoe UI Light"/>
                <a:cs typeface="Segoe UI Light"/>
              </a:rPr>
              <a:t>{{OPTION_1_NAME}}</a:t>
            </a:r>
          </a:p>
        </p:txBody>
      </p:sp>
      <p:sp>
        <p:nvSpPr>
          <p:cNvPr id="6" name="Option 1 price"/>
          <p:cNvSpPr txBox="1"/>
          <p:nvPr/>
        </p:nvSpPr>
        <p:spPr>
          <a:xfrm>
            <a:off x="1097280" y="3182112"/>
            <a:ext cx="2661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B3DF5"/>
                </a:solidFill>
                <a:latin typeface="Segoe UI"/>
                <a:cs typeface="Segoe UI"/>
              </a:rPr>
              <a:t>{{OPTION_1_PRICE}}</a:t>
            </a:r>
          </a:p>
        </p:txBody>
      </p:sp>
      <p:sp>
        <p:nvSpPr>
          <p:cNvPr id="7" name="Option 1 text"/>
          <p:cNvSpPr txBox="1"/>
          <p:nvPr/>
        </p:nvSpPr>
        <p:spPr>
          <a:xfrm>
            <a:off x="1097280" y="3730752"/>
            <a:ext cx="257037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46435F"/>
                </a:solidFill>
                <a:latin typeface="Segoe UI"/>
                <a:cs typeface="Segoe UI"/>
              </a:rPr>
              <a:t>{{OPTION_1_TEXT}}</a:t>
            </a:r>
          </a:p>
        </p:txBody>
      </p:sp>
      <p:sp>
        <p:nvSpPr>
          <p:cNvPr id="8" name="Panel"/>
          <p:cNvSpPr/>
          <p:nvPr/>
        </p:nvSpPr>
        <p:spPr>
          <a:xfrm>
            <a:off x="4399178" y="2194560"/>
            <a:ext cx="3393338" cy="3703320"/>
          </a:xfrm>
          <a:prstGeom prst="roundRect">
            <a:avLst>
              <a:gd name="adj" fmla="val 3772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9" name="Rule"/>
          <p:cNvSpPr/>
          <p:nvPr/>
        </p:nvSpPr>
        <p:spPr>
          <a:xfrm>
            <a:off x="4764938" y="2194560"/>
            <a:ext cx="2661818" cy="45720"/>
          </a:xfrm>
          <a:prstGeom prst="rect">
            <a:avLst/>
          </a:prstGeom>
          <a:solidFill>
            <a:srgbClr val="5B3D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ption 2 name"/>
          <p:cNvSpPr txBox="1"/>
          <p:nvPr/>
        </p:nvSpPr>
        <p:spPr>
          <a:xfrm>
            <a:off x="4764938" y="2578608"/>
            <a:ext cx="266181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spc="-56">
                <a:solidFill>
                  <a:srgbClr val="17153A"/>
                </a:solidFill>
                <a:latin typeface="Segoe UI Light"/>
                <a:cs typeface="Segoe UI Light"/>
              </a:rPr>
              <a:t>{{OPTION_2_NAME}}</a:t>
            </a:r>
          </a:p>
        </p:txBody>
      </p:sp>
      <p:sp>
        <p:nvSpPr>
          <p:cNvPr id="11" name="Option 2 price"/>
          <p:cNvSpPr txBox="1"/>
          <p:nvPr/>
        </p:nvSpPr>
        <p:spPr>
          <a:xfrm>
            <a:off x="4764938" y="3182112"/>
            <a:ext cx="2661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B3DF5"/>
                </a:solidFill>
                <a:latin typeface="Segoe UI"/>
                <a:cs typeface="Segoe UI"/>
              </a:rPr>
              <a:t>{{OPTION_2_PRICE}}</a:t>
            </a:r>
          </a:p>
        </p:txBody>
      </p:sp>
      <p:sp>
        <p:nvSpPr>
          <p:cNvPr id="12" name="Option 2 text"/>
          <p:cNvSpPr txBox="1"/>
          <p:nvPr/>
        </p:nvSpPr>
        <p:spPr>
          <a:xfrm>
            <a:off x="4764938" y="3730752"/>
            <a:ext cx="257037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46435F"/>
                </a:solidFill>
                <a:latin typeface="Segoe UI"/>
                <a:cs typeface="Segoe UI"/>
              </a:rPr>
              <a:t>{{OPTION_2_TEXT}}</a:t>
            </a:r>
          </a:p>
        </p:txBody>
      </p:sp>
      <p:sp>
        <p:nvSpPr>
          <p:cNvPr id="13" name="Panel"/>
          <p:cNvSpPr/>
          <p:nvPr/>
        </p:nvSpPr>
        <p:spPr>
          <a:xfrm>
            <a:off x="8066836" y="2194560"/>
            <a:ext cx="3393338" cy="3703320"/>
          </a:xfrm>
          <a:prstGeom prst="roundRect">
            <a:avLst>
              <a:gd name="adj" fmla="val 3772"/>
            </a:avLst>
          </a:prstGeom>
          <a:solidFill>
            <a:srgbClr val="FFFFFF">
              <a:alpha val="62000"/>
            </a:srgbClr>
          </a:solidFill>
          <a:ln>
            <a:noFill/>
          </a:ln>
          <a:effectLst>
            <a:outerShdw blurRad="320040" dist="73152" dir="5400000" algn="t" rotWithShape="0">
              <a:srgbClr val="3B2F8F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Option 3 name"/>
          <p:cNvSpPr txBox="1"/>
          <p:nvPr/>
        </p:nvSpPr>
        <p:spPr>
          <a:xfrm>
            <a:off x="8432596" y="2578608"/>
            <a:ext cx="266181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 i="0" spc="-56">
                <a:solidFill>
                  <a:srgbClr val="17153A"/>
                </a:solidFill>
                <a:latin typeface="Segoe UI Light"/>
                <a:cs typeface="Segoe UI Light"/>
              </a:rPr>
              <a:t>{{OPTION_3_NAME}}</a:t>
            </a:r>
          </a:p>
        </p:txBody>
      </p:sp>
      <p:sp>
        <p:nvSpPr>
          <p:cNvPr id="15" name="Option 3 price"/>
          <p:cNvSpPr txBox="1"/>
          <p:nvPr/>
        </p:nvSpPr>
        <p:spPr>
          <a:xfrm>
            <a:off x="8432596" y="3182112"/>
            <a:ext cx="26618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5B3DF5"/>
                </a:solidFill>
                <a:latin typeface="Segoe UI"/>
                <a:cs typeface="Segoe UI"/>
              </a:rPr>
              <a:t>{{OPTION_3_PRICE}}</a:t>
            </a:r>
          </a:p>
        </p:txBody>
      </p:sp>
      <p:sp>
        <p:nvSpPr>
          <p:cNvPr id="16" name="Option 3 text"/>
          <p:cNvSpPr txBox="1"/>
          <p:nvPr/>
        </p:nvSpPr>
        <p:spPr>
          <a:xfrm>
            <a:off x="8432596" y="3730752"/>
            <a:ext cx="2570378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i="0">
                <a:solidFill>
                  <a:srgbClr val="46435F"/>
                </a:solidFill>
                <a:latin typeface="Segoe UI"/>
                <a:cs typeface="Segoe UI"/>
              </a:rPr>
              <a:t>{{OPTION_3_TEXT}}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8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658368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</a:pPr>
            <a:r>
              <a:rPr sz="4000" b="0" i="0" spc="-80">
                <a:solidFill>
                  <a:srgbClr val="17153A"/>
                </a:solidFill>
                <a:latin typeface="Segoe UI Light"/>
                <a:cs typeface="Segoe UI Light"/>
              </a:rPr>
              <a:t>{{SUMMARY_TITLE}}</a:t>
            </a:r>
          </a:p>
        </p:txBody>
      </p:sp>
      <p:sp>
        <p:nvSpPr>
          <p:cNvPr id="4" name="Rule"/>
          <p:cNvSpPr/>
          <p:nvPr/>
        </p:nvSpPr>
        <p:spPr>
          <a:xfrm>
            <a:off x="5760720" y="822960"/>
            <a:ext cx="5699455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ummary 1 mark"/>
          <p:cNvSpPr txBox="1"/>
          <p:nvPr/>
        </p:nvSpPr>
        <p:spPr>
          <a:xfrm>
            <a:off x="5760720" y="100584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72">
                <a:solidFill>
                  <a:srgbClr val="5B3DF5"/>
                </a:solidFill>
                <a:latin typeface="Segoe UI Light"/>
                <a:cs typeface="Segoe UI Light"/>
              </a:rPr>
              <a:t>1</a:t>
            </a:r>
          </a:p>
        </p:txBody>
      </p:sp>
      <p:sp>
        <p:nvSpPr>
          <p:cNvPr id="6" name="Summary 1"/>
          <p:cNvSpPr txBox="1"/>
          <p:nvPr/>
        </p:nvSpPr>
        <p:spPr>
          <a:xfrm>
            <a:off x="6355080" y="104241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7153A"/>
                </a:solidFill>
                <a:latin typeface="Segoe UI"/>
                <a:cs typeface="Segoe UI"/>
              </a:rPr>
              <a:t>{{SUMMARY_1}}</a:t>
            </a:r>
          </a:p>
        </p:txBody>
      </p:sp>
      <p:sp>
        <p:nvSpPr>
          <p:cNvPr id="7" name="Rule"/>
          <p:cNvSpPr/>
          <p:nvPr/>
        </p:nvSpPr>
        <p:spPr>
          <a:xfrm>
            <a:off x="5760720" y="2514600"/>
            <a:ext cx="5699455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ummary 2 mark"/>
          <p:cNvSpPr txBox="1"/>
          <p:nvPr/>
        </p:nvSpPr>
        <p:spPr>
          <a:xfrm>
            <a:off x="5760720" y="269748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72">
                <a:solidFill>
                  <a:srgbClr val="5B3DF5"/>
                </a:solidFill>
                <a:latin typeface="Segoe UI Light"/>
                <a:cs typeface="Segoe UI Light"/>
              </a:rPr>
              <a:t>2</a:t>
            </a:r>
          </a:p>
        </p:txBody>
      </p:sp>
      <p:sp>
        <p:nvSpPr>
          <p:cNvPr id="9" name="Summary 2"/>
          <p:cNvSpPr txBox="1"/>
          <p:nvPr/>
        </p:nvSpPr>
        <p:spPr>
          <a:xfrm>
            <a:off x="6355080" y="273405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7153A"/>
                </a:solidFill>
                <a:latin typeface="Segoe UI"/>
                <a:cs typeface="Segoe UI"/>
              </a:rPr>
              <a:t>{{SUMMARY_2}}</a:t>
            </a:r>
          </a:p>
        </p:txBody>
      </p:sp>
      <p:sp>
        <p:nvSpPr>
          <p:cNvPr id="10" name="Rule"/>
          <p:cNvSpPr/>
          <p:nvPr/>
        </p:nvSpPr>
        <p:spPr>
          <a:xfrm>
            <a:off x="5760720" y="4206240"/>
            <a:ext cx="5699455" cy="10058"/>
          </a:xfrm>
          <a:prstGeom prst="rect">
            <a:avLst/>
          </a:prstGeom>
          <a:solidFill>
            <a:srgbClr val="DC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ummary 3 mark"/>
          <p:cNvSpPr txBox="1"/>
          <p:nvPr/>
        </p:nvSpPr>
        <p:spPr>
          <a:xfrm>
            <a:off x="5760720" y="438912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 spc="-72">
                <a:solidFill>
                  <a:srgbClr val="5B3DF5"/>
                </a:solidFill>
                <a:latin typeface="Segoe UI Light"/>
                <a:cs typeface="Segoe UI Light"/>
              </a:rPr>
              <a:t>3</a:t>
            </a:r>
          </a:p>
        </p:txBody>
      </p:sp>
      <p:sp>
        <p:nvSpPr>
          <p:cNvPr id="12" name="Summary 3"/>
          <p:cNvSpPr txBox="1"/>
          <p:nvPr/>
        </p:nvSpPr>
        <p:spPr>
          <a:xfrm>
            <a:off x="6355080" y="4425696"/>
            <a:ext cx="5105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7153A"/>
                </a:solidFill>
                <a:latin typeface="Segoe UI"/>
                <a:cs typeface="Segoe UI"/>
              </a:rPr>
              <a:t>{{SUMMARY_3}}</a:t>
            </a:r>
          </a:p>
        </p:txBody>
      </p:sp>
      <p:sp>
        <p:nvSpPr>
          <p:cNvPr id="13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14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Closing title"/>
          <p:cNvSpPr txBox="1"/>
          <p:nvPr/>
        </p:nvSpPr>
        <p:spPr>
          <a:xfrm>
            <a:off x="1097280" y="822960"/>
            <a:ext cx="9997135" cy="2743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94000"/>
              </a:lnSpc>
            </a:pPr>
            <a:r>
              <a:rPr sz="6400" b="0" i="0" spc="-128">
                <a:solidFill>
                  <a:srgbClr val="17153A"/>
                </a:solidFill>
                <a:latin typeface="Segoe UI Light"/>
                <a:cs typeface="Segoe UI Light"/>
              </a:rPr>
              <a:t>{{CLOSING_TITLE}}</a:t>
            </a:r>
          </a:p>
        </p:txBody>
      </p:sp>
      <p:sp>
        <p:nvSpPr>
          <p:cNvPr id="4" name="Closing text"/>
          <p:cNvSpPr txBox="1"/>
          <p:nvPr/>
        </p:nvSpPr>
        <p:spPr>
          <a:xfrm>
            <a:off x="3078327" y="384048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600" b="0" i="0">
                <a:solidFill>
                  <a:srgbClr val="46435F"/>
                </a:solidFill>
                <a:latin typeface="Segoe UI"/>
                <a:cs typeface="Segoe UI"/>
              </a:rPr>
              <a:t>{{CLOSING_TEXT}}</a:t>
            </a:r>
          </a:p>
        </p:txBody>
      </p:sp>
      <p:sp>
        <p:nvSpPr>
          <p:cNvPr id="5" name="Contact 1"/>
          <p:cNvSpPr txBox="1"/>
          <p:nvPr/>
        </p:nvSpPr>
        <p:spPr>
          <a:xfrm>
            <a:off x="2529687" y="50749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7153A"/>
                </a:solidFill>
                <a:latin typeface="Segoe UI"/>
                <a:cs typeface="Segoe UI"/>
              </a:rPr>
              <a:t>{{CONTACT_1}}</a:t>
            </a:r>
          </a:p>
        </p:txBody>
      </p:sp>
      <p:sp>
        <p:nvSpPr>
          <p:cNvPr id="6" name="Contact 2"/>
          <p:cNvSpPr txBox="1"/>
          <p:nvPr/>
        </p:nvSpPr>
        <p:spPr>
          <a:xfrm>
            <a:off x="4907127" y="50749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7153A"/>
                </a:solidFill>
                <a:latin typeface="Segoe UI"/>
                <a:cs typeface="Segoe UI"/>
              </a:rPr>
              <a:t>{{CONTACT_2}}</a:t>
            </a:r>
          </a:p>
        </p:txBody>
      </p:sp>
      <p:sp>
        <p:nvSpPr>
          <p:cNvPr id="7" name="Contact 3"/>
          <p:cNvSpPr txBox="1"/>
          <p:nvPr/>
        </p:nvSpPr>
        <p:spPr>
          <a:xfrm>
            <a:off x="7284567" y="50749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7153A"/>
                </a:solidFill>
                <a:latin typeface="Segoe UI"/>
                <a:cs typeface="Segoe UI"/>
              </a:rPr>
              <a:t>{{CONTACT_3}}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731520" y="627278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{{FOOTER}}</a:t>
            </a:r>
          </a:p>
        </p:txBody>
      </p:sp>
      <p:sp>
        <p:nvSpPr>
          <p:cNvPr id="9" name="Folio"/>
          <p:cNvSpPr txBox="1"/>
          <p:nvPr/>
        </p:nvSpPr>
        <p:spPr>
          <a:xfrm>
            <a:off x="10545775" y="62727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 spc="160" cap="all">
                <a:solidFill>
                  <a:srgbClr val="67647F"/>
                </a:solidFill>
                <a:latin typeface="Segoe UI Semibold"/>
                <a:cs typeface="Segoe UI Semibold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